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  <p:sldMasterId id="2147483694" r:id="rId2"/>
    <p:sldMasterId id="2147483712" r:id="rId3"/>
  </p:sldMasterIdLst>
  <p:notesMasterIdLst>
    <p:notesMasterId r:id="rId12"/>
  </p:notesMasterIdLst>
  <p:sldIdLst>
    <p:sldId id="256" r:id="rId4"/>
    <p:sldId id="258" r:id="rId5"/>
    <p:sldId id="263" r:id="rId6"/>
    <p:sldId id="257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2A"/>
    <a:srgbClr val="00112E"/>
    <a:srgbClr val="001936"/>
    <a:srgbClr val="05F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YS Wang ( 王祐昇 )" userId="63fe4c72-2474-49af-92cc-bebd7186bb53" providerId="ADAL" clId="{99929B72-853B-4287-BEA5-0F71ED73385C}"/>
    <pc:docChg chg="undo redo custSel addSld delSld modSld sldOrd modMainMaster">
      <pc:chgData name="PeterYS Wang ( 王祐昇 )" userId="63fe4c72-2474-49af-92cc-bebd7186bb53" providerId="ADAL" clId="{99929B72-853B-4287-BEA5-0F71ED73385C}" dt="2025-07-28T12:29:50.863" v="799" actId="2890"/>
      <pc:docMkLst>
        <pc:docMk/>
      </pc:docMkLst>
      <pc:sldChg chg="modSp mod">
        <pc:chgData name="PeterYS Wang ( 王祐昇 )" userId="63fe4c72-2474-49af-92cc-bebd7186bb53" providerId="ADAL" clId="{99929B72-853B-4287-BEA5-0F71ED73385C}" dt="2025-07-28T12:22:52.349" v="731" actId="732"/>
        <pc:sldMkLst>
          <pc:docMk/>
          <pc:sldMk cId="0" sldId="256"/>
        </pc:sldMkLst>
        <pc:picChg chg="mod modCrop">
          <ac:chgData name="PeterYS Wang ( 王祐昇 )" userId="63fe4c72-2474-49af-92cc-bebd7186bb53" providerId="ADAL" clId="{99929B72-853B-4287-BEA5-0F71ED73385C}" dt="2025-07-28T12:22:52.349" v="731" actId="732"/>
          <ac:picMkLst>
            <pc:docMk/>
            <pc:sldMk cId="0" sldId="256"/>
            <ac:picMk id="7" creationId="{74C94EEE-F8BF-4461-65F1-F998E2D1A854}"/>
          </ac:picMkLst>
        </pc:picChg>
      </pc:sldChg>
      <pc:sldChg chg="addSp delSp modSp mod">
        <pc:chgData name="PeterYS Wang ( 王祐昇 )" userId="63fe4c72-2474-49af-92cc-bebd7186bb53" providerId="ADAL" clId="{99929B72-853B-4287-BEA5-0F71ED73385C}" dt="2025-07-28T12:27:05.080" v="773"/>
        <pc:sldMkLst>
          <pc:docMk/>
          <pc:sldMk cId="1323424905" sldId="257"/>
        </pc:sldMkLst>
        <pc:spChg chg="mod">
          <ac:chgData name="PeterYS Wang ( 王祐昇 )" userId="63fe4c72-2474-49af-92cc-bebd7186bb53" providerId="ADAL" clId="{99929B72-853B-4287-BEA5-0F71ED73385C}" dt="2025-07-28T11:34:16.200" v="190"/>
          <ac:spMkLst>
            <pc:docMk/>
            <pc:sldMk cId="1323424905" sldId="257"/>
            <ac:spMk id="2" creationId="{F5CB211F-88E4-E285-C678-BA2436617E8A}"/>
          </ac:spMkLst>
        </pc:spChg>
        <pc:spChg chg="del">
          <ac:chgData name="PeterYS Wang ( 王祐昇 )" userId="63fe4c72-2474-49af-92cc-bebd7186bb53" providerId="ADAL" clId="{99929B72-853B-4287-BEA5-0F71ED73385C}" dt="2025-07-28T11:33:57.210" v="180" actId="478"/>
          <ac:spMkLst>
            <pc:docMk/>
            <pc:sldMk cId="1323424905" sldId="257"/>
            <ac:spMk id="3" creationId="{25198005-BE77-32DE-D648-BB4BF1FFADC8}"/>
          </ac:spMkLst>
        </pc:spChg>
        <pc:spChg chg="del mod">
          <ac:chgData name="PeterYS Wang ( 王祐昇 )" userId="63fe4c72-2474-49af-92cc-bebd7186bb53" providerId="ADAL" clId="{99929B72-853B-4287-BEA5-0F71ED73385C}" dt="2025-07-28T11:33:57.210" v="180" actId="478"/>
          <ac:spMkLst>
            <pc:docMk/>
            <pc:sldMk cId="1323424905" sldId="257"/>
            <ac:spMk id="4" creationId="{5DF252D7-3B7E-3BC6-A6AF-09D20959DFB1}"/>
          </ac:spMkLst>
        </pc:spChg>
        <pc:spChg chg="add del mod">
          <ac:chgData name="PeterYS Wang ( 王祐昇 )" userId="63fe4c72-2474-49af-92cc-bebd7186bb53" providerId="ADAL" clId="{99929B72-853B-4287-BEA5-0F71ED73385C}" dt="2025-07-28T12:26:39.076" v="769" actId="21"/>
          <ac:spMkLst>
            <pc:docMk/>
            <pc:sldMk cId="1323424905" sldId="257"/>
            <ac:spMk id="7" creationId="{48EB6ACD-7C5D-D7AB-1AAC-9AF9EFD17F71}"/>
          </ac:spMkLst>
        </pc:spChg>
        <pc:spChg chg="add del mod">
          <ac:chgData name="PeterYS Wang ( 王祐昇 )" userId="63fe4c72-2474-49af-92cc-bebd7186bb53" providerId="ADAL" clId="{99929B72-853B-4287-BEA5-0F71ED73385C}" dt="2025-07-28T12:26:44.675" v="771" actId="478"/>
          <ac:spMkLst>
            <pc:docMk/>
            <pc:sldMk cId="1323424905" sldId="257"/>
            <ac:spMk id="9" creationId="{09E04B40-8C99-D4FB-E0CC-1B2693280A82}"/>
          </ac:spMkLst>
        </pc:spChg>
        <pc:spChg chg="add mod">
          <ac:chgData name="PeterYS Wang ( 王祐昇 )" userId="63fe4c72-2474-49af-92cc-bebd7186bb53" providerId="ADAL" clId="{99929B72-853B-4287-BEA5-0F71ED73385C}" dt="2025-07-28T12:27:05.080" v="773"/>
          <ac:spMkLst>
            <pc:docMk/>
            <pc:sldMk cId="1323424905" sldId="257"/>
            <ac:spMk id="10" creationId="{40278BF3-0F39-B84D-ACA9-A7AE788B0D23}"/>
          </ac:spMkLst>
        </pc:spChg>
      </pc:sldChg>
      <pc:sldChg chg="modSp add del mod ord">
        <pc:chgData name="PeterYS Wang ( 王祐昇 )" userId="63fe4c72-2474-49af-92cc-bebd7186bb53" providerId="ADAL" clId="{99929B72-853B-4287-BEA5-0F71ED73385C}" dt="2025-07-28T12:21:49.601" v="730" actId="20577"/>
        <pc:sldMkLst>
          <pc:docMk/>
          <pc:sldMk cId="4147215681" sldId="258"/>
        </pc:sldMkLst>
        <pc:spChg chg="mod">
          <ac:chgData name="PeterYS Wang ( 王祐昇 )" userId="63fe4c72-2474-49af-92cc-bebd7186bb53" providerId="ADAL" clId="{99929B72-853B-4287-BEA5-0F71ED73385C}" dt="2025-07-28T12:21:49.601" v="730" actId="20577"/>
          <ac:spMkLst>
            <pc:docMk/>
            <pc:sldMk cId="4147215681" sldId="258"/>
            <ac:spMk id="4" creationId="{0B920094-D021-05DC-2E4E-5C34421CB239}"/>
          </ac:spMkLst>
        </pc:spChg>
      </pc:sldChg>
      <pc:sldChg chg="addSp delSp modSp add mod">
        <pc:chgData name="PeterYS Wang ( 王祐昇 )" userId="63fe4c72-2474-49af-92cc-bebd7186bb53" providerId="ADAL" clId="{99929B72-853B-4287-BEA5-0F71ED73385C}" dt="2025-07-28T12:26:40.344" v="770"/>
        <pc:sldMkLst>
          <pc:docMk/>
          <pc:sldMk cId="3990170836" sldId="259"/>
        </pc:sldMkLst>
        <pc:spChg chg="mod">
          <ac:chgData name="PeterYS Wang ( 王祐昇 )" userId="63fe4c72-2474-49af-92cc-bebd7186bb53" providerId="ADAL" clId="{99929B72-853B-4287-BEA5-0F71ED73385C}" dt="2025-07-28T11:34:28.332" v="192"/>
          <ac:spMkLst>
            <pc:docMk/>
            <pc:sldMk cId="3990170836" sldId="259"/>
            <ac:spMk id="2" creationId="{413C6C28-E617-DE8F-0162-15D46BD83B40}"/>
          </ac:spMkLst>
        </pc:spChg>
        <pc:spChg chg="add mod">
          <ac:chgData name="PeterYS Wang ( 王祐昇 )" userId="63fe4c72-2474-49af-92cc-bebd7186bb53" providerId="ADAL" clId="{99929B72-853B-4287-BEA5-0F71ED73385C}" dt="2025-07-28T12:26:40.344" v="770"/>
          <ac:spMkLst>
            <pc:docMk/>
            <pc:sldMk cId="3990170836" sldId="259"/>
            <ac:spMk id="3" creationId="{48EB6ACD-7C5D-D7AB-1AAC-9AF9EFD17F71}"/>
          </ac:spMkLst>
        </pc:spChg>
        <pc:spChg chg="del">
          <ac:chgData name="PeterYS Wang ( 王祐昇 )" userId="63fe4c72-2474-49af-92cc-bebd7186bb53" providerId="ADAL" clId="{99929B72-853B-4287-BEA5-0F71ED73385C}" dt="2025-07-28T12:26:20.947" v="768" actId="478"/>
          <ac:spMkLst>
            <pc:docMk/>
            <pc:sldMk cId="3990170836" sldId="259"/>
            <ac:spMk id="7" creationId="{82C712F8-AC3D-9DCB-3759-27CAB323D15D}"/>
          </ac:spMkLst>
        </pc:spChg>
      </pc:sldChg>
      <pc:sldChg chg="addSp delSp modSp add mod">
        <pc:chgData name="PeterYS Wang ( 王祐昇 )" userId="63fe4c72-2474-49af-92cc-bebd7186bb53" providerId="ADAL" clId="{99929B72-853B-4287-BEA5-0F71ED73385C}" dt="2025-07-28T12:28:14.701" v="783"/>
        <pc:sldMkLst>
          <pc:docMk/>
          <pc:sldMk cId="735998730" sldId="260"/>
        </pc:sldMkLst>
        <pc:spChg chg="mod">
          <ac:chgData name="PeterYS Wang ( 王祐昇 )" userId="63fe4c72-2474-49af-92cc-bebd7186bb53" providerId="ADAL" clId="{99929B72-853B-4287-BEA5-0F71ED73385C}" dt="2025-07-28T11:34:56.995" v="194"/>
          <ac:spMkLst>
            <pc:docMk/>
            <pc:sldMk cId="735998730" sldId="260"/>
            <ac:spMk id="2" creationId="{24C852AB-8C8B-7AFC-27E3-364D9F8AF7C6}"/>
          </ac:spMkLst>
        </pc:spChg>
        <pc:spChg chg="add mod">
          <ac:chgData name="PeterYS Wang ( 王祐昇 )" userId="63fe4c72-2474-49af-92cc-bebd7186bb53" providerId="ADAL" clId="{99929B72-853B-4287-BEA5-0F71ED73385C}" dt="2025-07-28T12:28:14.701" v="783"/>
          <ac:spMkLst>
            <pc:docMk/>
            <pc:sldMk cId="735998730" sldId="260"/>
            <ac:spMk id="3" creationId="{C0747F93-9FB6-8C10-CFD7-EBAAFDCE245E}"/>
          </ac:spMkLst>
        </pc:spChg>
        <pc:spChg chg="del">
          <ac:chgData name="PeterYS Wang ( 王祐昇 )" userId="63fe4c72-2474-49af-92cc-bebd7186bb53" providerId="ADAL" clId="{99929B72-853B-4287-BEA5-0F71ED73385C}" dt="2025-07-28T12:27:16.984" v="775" actId="478"/>
          <ac:spMkLst>
            <pc:docMk/>
            <pc:sldMk cId="735998730" sldId="260"/>
            <ac:spMk id="7" creationId="{6102272D-BC4F-29B3-AA1E-D2DDD978BAAF}"/>
          </ac:spMkLst>
        </pc:spChg>
      </pc:sldChg>
      <pc:sldChg chg="modSp add mod">
        <pc:chgData name="PeterYS Wang ( 王祐昇 )" userId="63fe4c72-2474-49af-92cc-bebd7186bb53" providerId="ADAL" clId="{99929B72-853B-4287-BEA5-0F71ED73385C}" dt="2025-07-28T12:28:49.211" v="791" actId="403"/>
        <pc:sldMkLst>
          <pc:docMk/>
          <pc:sldMk cId="3438882537" sldId="261"/>
        </pc:sldMkLst>
        <pc:spChg chg="mod">
          <ac:chgData name="PeterYS Wang ( 王祐昇 )" userId="63fe4c72-2474-49af-92cc-bebd7186bb53" providerId="ADAL" clId="{99929B72-853B-4287-BEA5-0F71ED73385C}" dt="2025-07-28T11:35:09.916" v="196"/>
          <ac:spMkLst>
            <pc:docMk/>
            <pc:sldMk cId="3438882537" sldId="261"/>
            <ac:spMk id="2" creationId="{6B621D9C-9B90-38A8-D010-E45BDDBA4BBF}"/>
          </ac:spMkLst>
        </pc:spChg>
        <pc:spChg chg="mod">
          <ac:chgData name="PeterYS Wang ( 王祐昇 )" userId="63fe4c72-2474-49af-92cc-bebd7186bb53" providerId="ADAL" clId="{99929B72-853B-4287-BEA5-0F71ED73385C}" dt="2025-07-28T12:28:49.211" v="791" actId="403"/>
          <ac:spMkLst>
            <pc:docMk/>
            <pc:sldMk cId="3438882537" sldId="261"/>
            <ac:spMk id="7" creationId="{186E94FF-9120-E742-32A5-2964BB306A1F}"/>
          </ac:spMkLst>
        </pc:spChg>
      </pc:sldChg>
      <pc:sldChg chg="addSp delSp modSp add mod">
        <pc:chgData name="PeterYS Wang ( 王祐昇 )" userId="63fe4c72-2474-49af-92cc-bebd7186bb53" providerId="ADAL" clId="{99929B72-853B-4287-BEA5-0F71ED73385C}" dt="2025-07-28T12:29:08.286" v="797"/>
        <pc:sldMkLst>
          <pc:docMk/>
          <pc:sldMk cId="1459292585" sldId="262"/>
        </pc:sldMkLst>
        <pc:spChg chg="mod">
          <ac:chgData name="PeterYS Wang ( 王祐昇 )" userId="63fe4c72-2474-49af-92cc-bebd7186bb53" providerId="ADAL" clId="{99929B72-853B-4287-BEA5-0F71ED73385C}" dt="2025-07-28T11:35:22.334" v="198"/>
          <ac:spMkLst>
            <pc:docMk/>
            <pc:sldMk cId="1459292585" sldId="262"/>
            <ac:spMk id="2" creationId="{E590F491-5C92-3025-886A-839E8D137D5F}"/>
          </ac:spMkLst>
        </pc:spChg>
        <pc:spChg chg="add del mod">
          <ac:chgData name="PeterYS Wang ( 王祐昇 )" userId="63fe4c72-2474-49af-92cc-bebd7186bb53" providerId="ADAL" clId="{99929B72-853B-4287-BEA5-0F71ED73385C}" dt="2025-07-28T12:29:08.286" v="797"/>
          <ac:spMkLst>
            <pc:docMk/>
            <pc:sldMk cId="1459292585" sldId="262"/>
            <ac:spMk id="7" creationId="{59019031-BA84-25D8-2657-636AAC0D5526}"/>
          </ac:spMkLst>
        </pc:spChg>
        <pc:picChg chg="add del mod ord">
          <ac:chgData name="PeterYS Wang ( 王祐昇 )" userId="63fe4c72-2474-49af-92cc-bebd7186bb53" providerId="ADAL" clId="{99929B72-853B-4287-BEA5-0F71ED73385C}" dt="2025-07-28T12:29:07.095" v="796" actId="34307"/>
          <ac:picMkLst>
            <pc:docMk/>
            <pc:sldMk cId="1459292585" sldId="262"/>
            <ac:picMk id="3" creationId="{BC206AFE-8C5C-6ADF-6969-24DA0BF99A5A}"/>
          </ac:picMkLst>
        </pc:picChg>
      </pc:sldChg>
      <pc:sldChg chg="addSp delSp modSp add mod modClrScheme chgLayout">
        <pc:chgData name="PeterYS Wang ( 王祐昇 )" userId="63fe4c72-2474-49af-92cc-bebd7186bb53" providerId="ADAL" clId="{99929B72-853B-4287-BEA5-0F71ED73385C}" dt="2025-07-28T12:24:08.502" v="740"/>
        <pc:sldMkLst>
          <pc:docMk/>
          <pc:sldMk cId="3571234081" sldId="263"/>
        </pc:sldMkLst>
        <pc:spChg chg="mod ord">
          <ac:chgData name="PeterYS Wang ( 王祐昇 )" userId="63fe4c72-2474-49af-92cc-bebd7186bb53" providerId="ADAL" clId="{99929B72-853B-4287-BEA5-0F71ED73385C}" dt="2025-07-28T11:58:42.109" v="241" actId="700"/>
          <ac:spMkLst>
            <pc:docMk/>
            <pc:sldMk cId="3571234081" sldId="263"/>
            <ac:spMk id="2" creationId="{E545A70B-A60B-D82A-B8C7-CA94984C26CF}"/>
          </ac:spMkLst>
        </pc:spChg>
        <pc:spChg chg="add del mod">
          <ac:chgData name="PeterYS Wang ( 王祐昇 )" userId="63fe4c72-2474-49af-92cc-bebd7186bb53" providerId="ADAL" clId="{99929B72-853B-4287-BEA5-0F71ED73385C}" dt="2025-07-28T11:56:48.263" v="232" actId="478"/>
          <ac:spMkLst>
            <pc:docMk/>
            <pc:sldMk cId="3571234081" sldId="263"/>
            <ac:spMk id="3" creationId="{AF1CCFE6-66E7-3008-4223-678F7F641752}"/>
          </ac:spMkLst>
        </pc:spChg>
        <pc:spChg chg="del mod">
          <ac:chgData name="PeterYS Wang ( 王祐昇 )" userId="63fe4c72-2474-49af-92cc-bebd7186bb53" providerId="ADAL" clId="{99929B72-853B-4287-BEA5-0F71ED73385C}" dt="2025-07-28T11:56:46.772" v="231" actId="478"/>
          <ac:spMkLst>
            <pc:docMk/>
            <pc:sldMk cId="3571234081" sldId="263"/>
            <ac:spMk id="5" creationId="{721FEDC4-2D6F-4E36-8AD2-2B2B7586DBC8}"/>
          </ac:spMkLst>
        </pc:spChg>
        <pc:spChg chg="add del mod">
          <ac:chgData name="PeterYS Wang ( 王祐昇 )" userId="63fe4c72-2474-49af-92cc-bebd7186bb53" providerId="ADAL" clId="{99929B72-853B-4287-BEA5-0F71ED73385C}" dt="2025-07-28T11:56:43.157" v="230" actId="478"/>
          <ac:spMkLst>
            <pc:docMk/>
            <pc:sldMk cId="3571234081" sldId="263"/>
            <ac:spMk id="6" creationId="{9B0C1580-5E0A-1940-F223-7E87F91A90E9}"/>
          </ac:spMkLst>
        </pc:spChg>
        <pc:spChg chg="del mod">
          <ac:chgData name="PeterYS Wang ( 王祐昇 )" userId="63fe4c72-2474-49af-92cc-bebd7186bb53" providerId="ADAL" clId="{99929B72-853B-4287-BEA5-0F71ED73385C}" dt="2025-07-28T11:56:40.934" v="229" actId="478"/>
          <ac:spMkLst>
            <pc:docMk/>
            <pc:sldMk cId="3571234081" sldId="263"/>
            <ac:spMk id="7" creationId="{B636DDAA-DA1E-CF3C-A5C1-1BF41DDD9BA4}"/>
          </ac:spMkLst>
        </pc:spChg>
        <pc:spChg chg="add mod topLvl">
          <ac:chgData name="PeterYS Wang ( 王祐昇 )" userId="63fe4c72-2474-49af-92cc-bebd7186bb53" providerId="ADAL" clId="{99929B72-853B-4287-BEA5-0F71ED73385C}" dt="2025-07-28T12:10:19.246" v="353" actId="207"/>
          <ac:spMkLst>
            <pc:docMk/>
            <pc:sldMk cId="3571234081" sldId="263"/>
            <ac:spMk id="8" creationId="{1DA5F3EF-99EB-30CA-3A41-AF5E6A022DEA}"/>
          </ac:spMkLst>
        </pc:spChg>
        <pc:spChg chg="add mod topLvl">
          <ac:chgData name="PeterYS Wang ( 王祐昇 )" userId="63fe4c72-2474-49af-92cc-bebd7186bb53" providerId="ADAL" clId="{99929B72-853B-4287-BEA5-0F71ED73385C}" dt="2025-07-28T12:10:22.756" v="354" actId="207"/>
          <ac:spMkLst>
            <pc:docMk/>
            <pc:sldMk cId="3571234081" sldId="263"/>
            <ac:spMk id="9" creationId="{CBB2F9C1-DABE-9A77-B8BE-1D37D63FF303}"/>
          </ac:spMkLst>
        </pc:spChg>
        <pc:spChg chg="add mod topLvl">
          <ac:chgData name="PeterYS Wang ( 王祐昇 )" userId="63fe4c72-2474-49af-92cc-bebd7186bb53" providerId="ADAL" clId="{99929B72-853B-4287-BEA5-0F71ED73385C}" dt="2025-07-28T12:10:26.358" v="355" actId="207"/>
          <ac:spMkLst>
            <pc:docMk/>
            <pc:sldMk cId="3571234081" sldId="263"/>
            <ac:spMk id="10" creationId="{1D7F2A3D-2C29-E297-C179-EAFFB5214849}"/>
          </ac:spMkLst>
        </pc:spChg>
        <pc:spChg chg="mod">
          <ac:chgData name="PeterYS Wang ( 王祐昇 )" userId="63fe4c72-2474-49af-92cc-bebd7186bb53" providerId="ADAL" clId="{99929B72-853B-4287-BEA5-0F71ED73385C}" dt="2025-07-28T12:00:57.082" v="255"/>
          <ac:spMkLst>
            <pc:docMk/>
            <pc:sldMk cId="3571234081" sldId="263"/>
            <ac:spMk id="14" creationId="{176302F4-2277-F34B-5D85-6B87EFCB4FC5}"/>
          </ac:spMkLst>
        </pc:spChg>
        <pc:spChg chg="mod">
          <ac:chgData name="PeterYS Wang ( 王祐昇 )" userId="63fe4c72-2474-49af-92cc-bebd7186bb53" providerId="ADAL" clId="{99929B72-853B-4287-BEA5-0F71ED73385C}" dt="2025-07-28T12:03:07.366" v="268" actId="207"/>
          <ac:spMkLst>
            <pc:docMk/>
            <pc:sldMk cId="3571234081" sldId="263"/>
            <ac:spMk id="15" creationId="{4F92443A-7953-FEE8-CCB2-90CF76E14F88}"/>
          </ac:spMkLst>
        </pc:spChg>
        <pc:spChg chg="mod">
          <ac:chgData name="PeterYS Wang ( 王祐昇 )" userId="63fe4c72-2474-49af-92cc-bebd7186bb53" providerId="ADAL" clId="{99929B72-853B-4287-BEA5-0F71ED73385C}" dt="2025-07-28T12:04:44.792" v="284" actId="207"/>
          <ac:spMkLst>
            <pc:docMk/>
            <pc:sldMk cId="3571234081" sldId="263"/>
            <ac:spMk id="18" creationId="{3B212366-B12F-FF14-6CB2-4E1DF367627C}"/>
          </ac:spMkLst>
        </pc:spChg>
        <pc:spChg chg="mod">
          <ac:chgData name="PeterYS Wang ( 王祐昇 )" userId="63fe4c72-2474-49af-92cc-bebd7186bb53" providerId="ADAL" clId="{99929B72-853B-4287-BEA5-0F71ED73385C}" dt="2025-07-28T12:09:51.672" v="346" actId="207"/>
          <ac:spMkLst>
            <pc:docMk/>
            <pc:sldMk cId="3571234081" sldId="263"/>
            <ac:spMk id="19" creationId="{DD3B22BD-E130-5BD2-6236-A074FA9004F3}"/>
          </ac:spMkLst>
        </pc:spChg>
        <pc:spChg chg="mod">
          <ac:chgData name="PeterYS Wang ( 王祐昇 )" userId="63fe4c72-2474-49af-92cc-bebd7186bb53" providerId="ADAL" clId="{99929B72-853B-4287-BEA5-0F71ED73385C}" dt="2025-07-28T12:03:38.135" v="273" actId="571"/>
          <ac:spMkLst>
            <pc:docMk/>
            <pc:sldMk cId="3571234081" sldId="263"/>
            <ac:spMk id="22" creationId="{C8952F13-6713-9731-9370-82AED924C171}"/>
          </ac:spMkLst>
        </pc:spChg>
        <pc:spChg chg="mod">
          <ac:chgData name="PeterYS Wang ( 王祐昇 )" userId="63fe4c72-2474-49af-92cc-bebd7186bb53" providerId="ADAL" clId="{99929B72-853B-4287-BEA5-0F71ED73385C}" dt="2025-07-28T12:09:47.775" v="345" actId="207"/>
          <ac:spMkLst>
            <pc:docMk/>
            <pc:sldMk cId="3571234081" sldId="263"/>
            <ac:spMk id="23" creationId="{015F9811-F6CA-366E-31E2-138165C8AC12}"/>
          </ac:spMkLst>
        </pc:spChg>
        <pc:spChg chg="add mod">
          <ac:chgData name="PeterYS Wang ( 王祐昇 )" userId="63fe4c72-2474-49af-92cc-bebd7186bb53" providerId="ADAL" clId="{99929B72-853B-4287-BEA5-0F71ED73385C}" dt="2025-07-28T12:05:47.447" v="295" actId="113"/>
          <ac:spMkLst>
            <pc:docMk/>
            <pc:sldMk cId="3571234081" sldId="263"/>
            <ac:spMk id="26" creationId="{F0FD794C-000B-EE39-1984-FD493A07B2BF}"/>
          </ac:spMkLst>
        </pc:spChg>
        <pc:spChg chg="add mod">
          <ac:chgData name="PeterYS Wang ( 王祐昇 )" userId="63fe4c72-2474-49af-92cc-bebd7186bb53" providerId="ADAL" clId="{99929B72-853B-4287-BEA5-0F71ED73385C}" dt="2025-07-28T12:11:09.296" v="365" actId="14100"/>
          <ac:spMkLst>
            <pc:docMk/>
            <pc:sldMk cId="3571234081" sldId="263"/>
            <ac:spMk id="27" creationId="{CFE43658-35F6-FD9E-4378-00CFF43031A6}"/>
          </ac:spMkLst>
        </pc:spChg>
        <pc:spChg chg="add mod">
          <ac:chgData name="PeterYS Wang ( 王祐昇 )" userId="63fe4c72-2474-49af-92cc-bebd7186bb53" providerId="ADAL" clId="{99929B72-853B-4287-BEA5-0F71ED73385C}" dt="2025-07-28T12:10:38.110" v="357" actId="207"/>
          <ac:spMkLst>
            <pc:docMk/>
            <pc:sldMk cId="3571234081" sldId="263"/>
            <ac:spMk id="28" creationId="{A8ABB047-A675-9659-D219-9CFA45A31CA4}"/>
          </ac:spMkLst>
        </pc:spChg>
        <pc:spChg chg="add mod">
          <ac:chgData name="PeterYS Wang ( 王祐昇 )" userId="63fe4c72-2474-49af-92cc-bebd7186bb53" providerId="ADAL" clId="{99929B72-853B-4287-BEA5-0F71ED73385C}" dt="2025-07-28T12:23:28.340" v="738" actId="20577"/>
          <ac:spMkLst>
            <pc:docMk/>
            <pc:sldMk cId="3571234081" sldId="263"/>
            <ac:spMk id="29" creationId="{2781DFCD-ACB1-265D-6A3A-1B413830D814}"/>
          </ac:spMkLst>
        </pc:spChg>
        <pc:spChg chg="add mod">
          <ac:chgData name="PeterYS Wang ( 王祐昇 )" userId="63fe4c72-2474-49af-92cc-bebd7186bb53" providerId="ADAL" clId="{99929B72-853B-4287-BEA5-0F71ED73385C}" dt="2025-07-28T12:15:16.990" v="540" actId="1076"/>
          <ac:spMkLst>
            <pc:docMk/>
            <pc:sldMk cId="3571234081" sldId="263"/>
            <ac:spMk id="30" creationId="{3381BB4D-77DF-DB54-56B4-D14C269FA093}"/>
          </ac:spMkLst>
        </pc:spChg>
        <pc:spChg chg="add mod">
          <ac:chgData name="PeterYS Wang ( 王祐昇 )" userId="63fe4c72-2474-49af-92cc-bebd7186bb53" providerId="ADAL" clId="{99929B72-853B-4287-BEA5-0F71ED73385C}" dt="2025-07-28T12:24:08.502" v="740"/>
          <ac:spMkLst>
            <pc:docMk/>
            <pc:sldMk cId="3571234081" sldId="263"/>
            <ac:spMk id="31" creationId="{09A76B70-8984-6BB9-83ED-AB08711D566B}"/>
          </ac:spMkLst>
        </pc:spChg>
        <pc:grpChg chg="add del mod">
          <ac:chgData name="PeterYS Wang ( 王祐昇 )" userId="63fe4c72-2474-49af-92cc-bebd7186bb53" providerId="ADAL" clId="{99929B72-853B-4287-BEA5-0F71ED73385C}" dt="2025-07-28T12:01:43.628" v="260" actId="165"/>
          <ac:grpSpMkLst>
            <pc:docMk/>
            <pc:sldMk cId="3571234081" sldId="263"/>
            <ac:grpSpMk id="11" creationId="{82BE5332-544B-A367-D624-EA4CFE12BAEB}"/>
          </ac:grpSpMkLst>
        </pc:gr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13" creationId="{6C2E7339-9057-259C-81E0-23BAF2933437}"/>
          </ac:grpSpMkLst>
        </pc:gr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17" creationId="{A9791C75-DFD1-10FA-B182-916716E4B051}"/>
          </ac:grpSpMkLst>
        </pc:grpChg>
        <pc:grpChg chg="add mod">
          <ac:chgData name="PeterYS Wang ( 王祐昇 )" userId="63fe4c72-2474-49af-92cc-bebd7186bb53" providerId="ADAL" clId="{99929B72-853B-4287-BEA5-0F71ED73385C}" dt="2025-07-28T12:05:01.972" v="286" actId="164"/>
          <ac:grpSpMkLst>
            <pc:docMk/>
            <pc:sldMk cId="3571234081" sldId="263"/>
            <ac:grpSpMk id="21" creationId="{9A916101-154E-7B27-A86B-B89D15DF6DA9}"/>
          </ac:grpSpMkLst>
        </pc:grpChg>
        <pc:grpChg chg="add mod">
          <ac:chgData name="PeterYS Wang ( 王祐昇 )" userId="63fe4c72-2474-49af-92cc-bebd7186bb53" providerId="ADAL" clId="{99929B72-853B-4287-BEA5-0F71ED73385C}" dt="2025-07-28T12:05:06.180" v="287" actId="1076"/>
          <ac:grpSpMkLst>
            <pc:docMk/>
            <pc:sldMk cId="3571234081" sldId="263"/>
            <ac:grpSpMk id="24" creationId="{6FBBEBF5-0068-842E-3660-8DD7130CF3E1}"/>
          </ac:grpSpMkLst>
        </pc:grpChg>
        <pc:cxnChg chg="add mod">
          <ac:chgData name="PeterYS Wang ( 王祐昇 )" userId="63fe4c72-2474-49af-92cc-bebd7186bb53" providerId="ADAL" clId="{99929B72-853B-4287-BEA5-0F71ED73385C}" dt="2025-07-28T12:15:17.799" v="552" actId="208"/>
          <ac:cxnSpMkLst>
            <pc:docMk/>
            <pc:sldMk cId="3571234081" sldId="263"/>
            <ac:cxnSpMk id="12" creationId="{F7249D3B-94C0-01FF-1CCA-B731912C1230}"/>
          </ac:cxnSpMkLst>
        </pc:cxnChg>
        <pc:cxnChg chg="add mod">
          <ac:chgData name="PeterYS Wang ( 王祐昇 )" userId="63fe4c72-2474-49af-92cc-bebd7186bb53" providerId="ADAL" clId="{99929B72-853B-4287-BEA5-0F71ED73385C}" dt="2025-07-28T12:15:18.023" v="554" actId="208"/>
          <ac:cxnSpMkLst>
            <pc:docMk/>
            <pc:sldMk cId="3571234081" sldId="263"/>
            <ac:cxnSpMk id="16" creationId="{873FDBF1-97FB-0D55-B6E6-23AD0605CD91}"/>
          </ac:cxnSpMkLst>
        </pc:cxnChg>
        <pc:cxnChg chg="add mod">
          <ac:chgData name="PeterYS Wang ( 王祐昇 )" userId="63fe4c72-2474-49af-92cc-bebd7186bb53" providerId="ADAL" clId="{99929B72-853B-4287-BEA5-0F71ED73385C}" dt="2025-07-28T12:15:18.005" v="553" actId="208"/>
          <ac:cxnSpMkLst>
            <pc:docMk/>
            <pc:sldMk cId="3571234081" sldId="263"/>
            <ac:cxnSpMk id="20" creationId="{34F7AA74-6930-1350-5FD7-68A3D03DB20B}"/>
          </ac:cxnSpMkLst>
        </pc:cxnChg>
      </pc:sldChg>
      <pc:sldChg chg="add del">
        <pc:chgData name="PeterYS Wang ( 王祐昇 )" userId="63fe4c72-2474-49af-92cc-bebd7186bb53" providerId="ADAL" clId="{99929B72-853B-4287-BEA5-0F71ED73385C}" dt="2025-07-28T12:29:50.863" v="799" actId="2890"/>
        <pc:sldMkLst>
          <pc:docMk/>
          <pc:sldMk cId="3040380486" sldId="264"/>
        </pc:sldMkLst>
      </pc:sldChg>
      <pc:sldMasterChg chg="delSp mod">
        <pc:chgData name="PeterYS Wang ( 王祐昇 )" userId="63fe4c72-2474-49af-92cc-bebd7186bb53" providerId="ADAL" clId="{99929B72-853B-4287-BEA5-0F71ED73385C}" dt="2025-07-28T11:58:07.036" v="236" actId="478"/>
        <pc:sldMasterMkLst>
          <pc:docMk/>
          <pc:sldMasterMk cId="3232143586" sldId="2147483694"/>
        </pc:sldMasterMkLst>
        <pc:spChg chg="del">
          <ac:chgData name="PeterYS Wang ( 王祐昇 )" userId="63fe4c72-2474-49af-92cc-bebd7186bb53" providerId="ADAL" clId="{99929B72-853B-4287-BEA5-0F71ED73385C}" dt="2025-07-28T11:58:07.036" v="236" actId="478"/>
          <ac:spMkLst>
            <pc:docMk/>
            <pc:sldMasterMk cId="3232143586" sldId="2147483694"/>
            <ac:spMk id="13" creationId="{D1BAD399-AE87-DF99-BDA0-93CFAB1BB432}"/>
          </ac:spMkLst>
        </pc:spChg>
        <pc:grpChg chg="del">
          <ac:chgData name="PeterYS Wang ( 王祐昇 )" userId="63fe4c72-2474-49af-92cc-bebd7186bb53" providerId="ADAL" clId="{99929B72-853B-4287-BEA5-0F71ED73385C}" dt="2025-07-28T11:58:00.051" v="235" actId="478"/>
          <ac:grpSpMkLst>
            <pc:docMk/>
            <pc:sldMasterMk cId="3232143586" sldId="2147483694"/>
            <ac:grpSpMk id="26" creationId="{FC018602-69F2-C989-4879-23EE1B61CCBE}"/>
          </ac:grpSpMkLst>
        </pc:grpChg>
      </pc:sldMasterChg>
      <pc:sldMasterChg chg="delSp mod">
        <pc:chgData name="PeterYS Wang ( 王祐昇 )" userId="63fe4c72-2474-49af-92cc-bebd7186bb53" providerId="ADAL" clId="{99929B72-853B-4287-BEA5-0F71ED73385C}" dt="2025-07-28T11:58:18.557" v="238" actId="478"/>
        <pc:sldMasterMkLst>
          <pc:docMk/>
          <pc:sldMasterMk cId="3503528578" sldId="2147483712"/>
        </pc:sldMasterMkLst>
        <pc:spChg chg="del">
          <ac:chgData name="PeterYS Wang ( 王祐昇 )" userId="63fe4c72-2474-49af-92cc-bebd7186bb53" providerId="ADAL" clId="{99929B72-853B-4287-BEA5-0F71ED73385C}" dt="2025-07-28T11:58:18.557" v="238" actId="478"/>
          <ac:spMkLst>
            <pc:docMk/>
            <pc:sldMasterMk cId="3503528578" sldId="2147483712"/>
            <ac:spMk id="16" creationId="{FA9D3CE0-D5AD-AA06-5FC2-656A0CB2D08C}"/>
          </ac:spMkLst>
        </pc:spChg>
        <pc:grpChg chg="del">
          <ac:chgData name="PeterYS Wang ( 王祐昇 )" userId="63fe4c72-2474-49af-92cc-bebd7186bb53" providerId="ADAL" clId="{99929B72-853B-4287-BEA5-0F71ED73385C}" dt="2025-07-28T11:58:17.031" v="237" actId="478"/>
          <ac:grpSpMkLst>
            <pc:docMk/>
            <pc:sldMasterMk cId="3503528578" sldId="2147483712"/>
            <ac:grpSpMk id="26" creationId="{FC018602-69F2-C989-4879-23EE1B61CCBE}"/>
          </ac:grpSpMkLst>
        </pc:grpChg>
      </pc:sldMasterChg>
    </pc:docChg>
  </pc:docChgLst>
  <pc:docChgLst>
    <pc:chgData name="PeterYS Wang ( 王祐昇 )" userId="63fe4c72-2474-49af-92cc-bebd7186bb53" providerId="ADAL" clId="{B848C230-433E-4ED5-9897-26D2EFD50ABB}"/>
    <pc:docChg chg="undo custSel addSld modSld modMainMaster">
      <pc:chgData name="PeterYS Wang ( 王祐昇 )" userId="63fe4c72-2474-49af-92cc-bebd7186bb53" providerId="ADAL" clId="{B848C230-433E-4ED5-9897-26D2EFD50ABB}" dt="2025-07-22T13:12:18.903" v="546" actId="167"/>
      <pc:docMkLst>
        <pc:docMk/>
      </pc:docMkLst>
      <pc:sldChg chg="addSp delSp modSp mod modTransition setBg">
        <pc:chgData name="PeterYS Wang ( 王祐昇 )" userId="63fe4c72-2474-49af-92cc-bebd7186bb53" providerId="ADAL" clId="{B848C230-433E-4ED5-9897-26D2EFD50ABB}" dt="2025-07-22T13:12:18.903" v="546" actId="167"/>
        <pc:sldMkLst>
          <pc:docMk/>
          <pc:sldMk cId="0" sldId="256"/>
        </pc:sldMkLst>
        <pc:spChg chg="add mod">
          <ac:chgData name="PeterYS Wang ( 王祐昇 )" userId="63fe4c72-2474-49af-92cc-bebd7186bb53" providerId="ADAL" clId="{B848C230-433E-4ED5-9897-26D2EFD50ABB}" dt="2025-07-22T13:00:52.219" v="336" actId="207"/>
          <ac:spMkLst>
            <pc:docMk/>
            <pc:sldMk cId="0" sldId="256"/>
            <ac:spMk id="4" creationId="{4160B03C-F266-7E55-F466-EA81721C7E82}"/>
          </ac:spMkLst>
        </pc:spChg>
        <pc:spChg chg="mod">
          <ac:chgData name="PeterYS Wang ( 王祐昇 )" userId="63fe4c72-2474-49af-92cc-bebd7186bb53" providerId="ADAL" clId="{B848C230-433E-4ED5-9897-26D2EFD50ABB}" dt="2025-07-22T13:01:09.439" v="338" actId="1076"/>
          <ac:spMkLst>
            <pc:docMk/>
            <pc:sldMk cId="0" sldId="256"/>
            <ac:spMk id="95" creationId="{00000000-0000-0000-0000-000000000000}"/>
          </ac:spMkLst>
        </pc:spChg>
        <pc:picChg chg="add mod ord">
          <ac:chgData name="PeterYS Wang ( 王祐昇 )" userId="63fe4c72-2474-49af-92cc-bebd7186bb53" providerId="ADAL" clId="{B848C230-433E-4ED5-9897-26D2EFD50ABB}" dt="2025-07-22T13:12:18.903" v="546" actId="167"/>
          <ac:picMkLst>
            <pc:docMk/>
            <pc:sldMk cId="0" sldId="256"/>
            <ac:picMk id="7" creationId="{74C94EEE-F8BF-4461-65F1-F998E2D1A854}"/>
          </ac:picMkLst>
        </pc:picChg>
      </pc:sldChg>
      <pc:sldChg chg="addSp modSp new mod">
        <pc:chgData name="PeterYS Wang ( 王祐昇 )" userId="63fe4c72-2474-49af-92cc-bebd7186bb53" providerId="ADAL" clId="{B848C230-433E-4ED5-9897-26D2EFD50ABB}" dt="2025-07-22T13:10:57.457" v="541" actId="14100"/>
        <pc:sldMkLst>
          <pc:docMk/>
          <pc:sldMk cId="1323424905" sldId="257"/>
        </pc:sldMkLst>
        <pc:spChg chg="mod">
          <ac:chgData name="PeterYS Wang ( 王祐昇 )" userId="63fe4c72-2474-49af-92cc-bebd7186bb53" providerId="ADAL" clId="{B848C230-433E-4ED5-9897-26D2EFD50ABB}" dt="2025-07-22T13:01:34.502" v="340"/>
          <ac:spMkLst>
            <pc:docMk/>
            <pc:sldMk cId="1323424905" sldId="257"/>
            <ac:spMk id="2" creationId="{F5CB211F-88E4-E285-C678-BA2436617E8A}"/>
          </ac:spMkLst>
        </pc:spChg>
        <pc:spChg chg="add mod ord">
          <ac:chgData name="PeterYS Wang ( 王祐昇 )" userId="63fe4c72-2474-49af-92cc-bebd7186bb53" providerId="ADAL" clId="{B848C230-433E-4ED5-9897-26D2EFD50ABB}" dt="2025-07-22T13:10:11.863" v="527" actId="1076"/>
          <ac:spMkLst>
            <pc:docMk/>
            <pc:sldMk cId="1323424905" sldId="257"/>
            <ac:spMk id="5" creationId="{5391A395-66DA-4812-141F-A8B268DF9C48}"/>
          </ac:spMkLst>
        </pc:spChg>
      </pc:sldChg>
      <pc:sldMasterChg chg="modSldLayout">
        <pc:chgData name="PeterYS Wang ( 王祐昇 )" userId="63fe4c72-2474-49af-92cc-bebd7186bb53" providerId="ADAL" clId="{B848C230-433E-4ED5-9897-26D2EFD50ABB}" dt="2025-07-22T12:10:37.278" v="0" actId="735"/>
        <pc:sldMasterMkLst>
          <pc:docMk/>
          <pc:sldMasterMk cId="0" sldId="2147483648"/>
        </pc:sldMasterMkLst>
        <pc:sldLayoutChg chg="modSp">
          <pc:chgData name="PeterYS Wang ( 王祐昇 )" userId="63fe4c72-2474-49af-92cc-bebd7186bb53" providerId="ADAL" clId="{B848C230-433E-4ED5-9897-26D2EFD50ABB}" dt="2025-07-22T12:10:37.278" v="0" actId="735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Sp">
        <pc:chgData name="PeterYS Wang ( 王祐昇 )" userId="63fe4c72-2474-49af-92cc-bebd7186bb53" providerId="ADAL" clId="{B848C230-433E-4ED5-9897-26D2EFD50ABB}" dt="2025-07-22T12:15:48.847" v="1" actId="735"/>
        <pc:sldMasterMkLst>
          <pc:docMk/>
          <pc:sldMasterMk cId="760133609" sldId="2147483658"/>
        </pc:sldMasterMkLst>
      </pc:sldMasterChg>
      <pc:sldMasterChg chg="addSp delSp modSp mod setBg modSldLayout">
        <pc:chgData name="PeterYS Wang ( 王祐昇 )" userId="63fe4c72-2474-49af-92cc-bebd7186bb53" providerId="ADAL" clId="{B848C230-433E-4ED5-9897-26D2EFD50ABB}" dt="2025-07-22T13:00:42.994" v="335"/>
        <pc:sldMasterMkLst>
          <pc:docMk/>
          <pc:sldMasterMk cId="151705420" sldId="2147483676"/>
        </pc:sldMasterMkLst>
        <pc:spChg chg="ord">
          <ac:chgData name="PeterYS Wang ( 王祐昇 )" userId="63fe4c72-2474-49af-92cc-bebd7186bb53" providerId="ADAL" clId="{B848C230-433E-4ED5-9897-26D2EFD50ABB}" dt="2025-07-22T12:43:35.644" v="132" actId="167"/>
          <ac:spMkLst>
            <pc:docMk/>
            <pc:sldMasterMk cId="151705420" sldId="2147483676"/>
            <ac:spMk id="2" creationId="{00000000-0000-0000-0000-000000000000}"/>
          </ac:spMkLst>
        </pc:spChg>
        <pc:spChg chg="add mod">
          <ac:chgData name="PeterYS Wang ( 王祐昇 )" userId="63fe4c72-2474-49af-92cc-bebd7186bb53" providerId="ADAL" clId="{B848C230-433E-4ED5-9897-26D2EFD50ABB}" dt="2025-07-22T12:50:33.363" v="180" actId="1582"/>
          <ac:spMkLst>
            <pc:docMk/>
            <pc:sldMasterMk cId="151705420" sldId="2147483676"/>
            <ac:spMk id="13" creationId="{D1BAD399-AE87-DF99-BDA0-93CFAB1BB432}"/>
          </ac:spMkLst>
        </pc:spChg>
        <pc:spChg chg="add mod">
          <ac:chgData name="PeterYS Wang ( 王祐昇 )" userId="63fe4c72-2474-49af-92cc-bebd7186bb53" providerId="ADAL" clId="{B848C230-433E-4ED5-9897-26D2EFD50ABB}" dt="2025-07-22T12:54:14.018" v="270" actId="1076"/>
          <ac:spMkLst>
            <pc:docMk/>
            <pc:sldMasterMk cId="151705420" sldId="2147483676"/>
            <ac:spMk id="15" creationId="{BE600E76-DD42-EAD7-36B6-B9AB56351D1F}"/>
          </ac:spMkLst>
        </pc:spChg>
        <pc:spChg chg="add mod">
          <ac:chgData name="PeterYS Wang ( 王祐昇 )" userId="63fe4c72-2474-49af-92cc-bebd7186bb53" providerId="ADAL" clId="{B848C230-433E-4ED5-9897-26D2EFD50ABB}" dt="2025-07-22T12:52:58.691" v="257" actId="1076"/>
          <ac:spMkLst>
            <pc:docMk/>
            <pc:sldMasterMk cId="151705420" sldId="2147483676"/>
            <ac:spMk id="16" creationId="{FA9D3CE0-D5AD-AA06-5FC2-656A0CB2D08C}"/>
          </ac:spMkLst>
        </pc:spChg>
        <pc:grpChg chg="add mod">
          <ac:chgData name="PeterYS Wang ( 王祐昇 )" userId="63fe4c72-2474-49af-92cc-bebd7186bb53" providerId="ADAL" clId="{B848C230-433E-4ED5-9897-26D2EFD50ABB}" dt="2025-07-22T12:56:26.678" v="306" actId="1076"/>
          <ac:grpSpMkLst>
            <pc:docMk/>
            <pc:sldMasterMk cId="151705420" sldId="2147483676"/>
            <ac:grpSpMk id="26" creationId="{FC018602-69F2-C989-4879-23EE1B61CCBE}"/>
          </ac:grpSpMkLst>
        </pc:grpChg>
        <pc:picChg chg="add mod modCrop">
          <ac:chgData name="PeterYS Wang ( 王祐昇 )" userId="63fe4c72-2474-49af-92cc-bebd7186bb53" providerId="ADAL" clId="{B848C230-433E-4ED5-9897-26D2EFD50ABB}" dt="2025-07-22T12:54:17.780" v="271" actId="1076"/>
          <ac:picMkLst>
            <pc:docMk/>
            <pc:sldMasterMk cId="151705420" sldId="2147483676"/>
            <ac:picMk id="18" creationId="{6BDD800E-0578-5556-6A52-BB838FEC19C8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2" creationId="{BD225586-26B1-B3A0-8BA1-54EA7A760FDE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3" creationId="{1A7ACCBD-2AB8-3218-85BD-ADE3F9290F27}"/>
          </ac:picMkLst>
        </pc:picChg>
        <pc:picChg chg="add mod modCrop">
          <ac:chgData name="PeterYS Wang ( 王祐昇 )" userId="63fe4c72-2474-49af-92cc-bebd7186bb53" providerId="ADAL" clId="{B848C230-433E-4ED5-9897-26D2EFD50ABB}" dt="2025-07-22T12:56:21.662" v="303" actId="164"/>
          <ac:picMkLst>
            <pc:docMk/>
            <pc:sldMasterMk cId="151705420" sldId="2147483676"/>
            <ac:picMk id="24" creationId="{AADC7179-F641-7D05-7641-A192238B4769}"/>
          </ac:picMkLst>
        </pc:pic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813545836" sldId="2147483677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583033567" sldId="2147483678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494409841" sldId="2147483679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490693160" sldId="2147483680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205888194" sldId="2147483681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525210147" sldId="2147483682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197412898" sldId="2147483683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039824918" sldId="2147483684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057537260" sldId="2147483685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272158621" sldId="2147483686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69768003" sldId="2147483687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66653496" sldId="2147483688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4056433765" sldId="2147483689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643350098" sldId="2147483690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782016950" sldId="2147483691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3626305004" sldId="2147483692"/>
          </pc:sldLayoutMkLst>
        </pc:sldLayoutChg>
        <pc:sldLayoutChg chg="setBg">
          <pc:chgData name="PeterYS Wang ( 王祐昇 )" userId="63fe4c72-2474-49af-92cc-bebd7186bb53" providerId="ADAL" clId="{B848C230-433E-4ED5-9897-26D2EFD50ABB}" dt="2025-07-22T13:00:42.994" v="335"/>
          <pc:sldLayoutMkLst>
            <pc:docMk/>
            <pc:sldMasterMk cId="151705420" sldId="2147483676"/>
            <pc:sldLayoutMk cId="1033110388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354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303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440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069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88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21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741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982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5753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15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768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53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6433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3350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201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6305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3110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165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9985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8583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6987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4847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7613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0358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7346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945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211170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52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74841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08842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7836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54880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3859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15857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18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251159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5637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64121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44883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42680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16253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1055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54078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15478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53049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10561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1891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9973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9955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3773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55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D1BAD399-AE87-DF99-BDA0-93CFAB1BB432}"/>
              </a:ext>
            </a:extLst>
          </p:cNvPr>
          <p:cNvSpPr/>
          <p:nvPr userDrawn="1"/>
        </p:nvSpPr>
        <p:spPr>
          <a:xfrm>
            <a:off x="11173458" y="347302"/>
            <a:ext cx="753545" cy="753545"/>
          </a:xfrm>
          <a:prstGeom prst="star4">
            <a:avLst>
              <a:gd name="adj" fmla="val 12498"/>
            </a:avLst>
          </a:prstGeom>
          <a:solidFill>
            <a:srgbClr val="001936"/>
          </a:solidFill>
          <a:ln w="38100"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FA9D3CE0-D5AD-AA06-5FC2-656A0CB2D08C}"/>
              </a:ext>
            </a:extLst>
          </p:cNvPr>
          <p:cNvSpPr/>
          <p:nvPr userDrawn="1"/>
        </p:nvSpPr>
        <p:spPr>
          <a:xfrm>
            <a:off x="11452756" y="6152730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  <p:grpSp>
        <p:nvGrpSpPr>
          <p:cNvPr id="26" name="群組 25">
            <a:extLst>
              <a:ext uri="{FF2B5EF4-FFF2-40B4-BE49-F238E27FC236}">
                <a16:creationId xmlns:a16="http://schemas.microsoft.com/office/drawing/2014/main" id="{FC018602-69F2-C989-4879-23EE1B61CCBE}"/>
              </a:ext>
            </a:extLst>
          </p:cNvPr>
          <p:cNvGrpSpPr/>
          <p:nvPr userDrawn="1"/>
        </p:nvGrpSpPr>
        <p:grpSpPr>
          <a:xfrm>
            <a:off x="156875" y="2383275"/>
            <a:ext cx="727449" cy="4474725"/>
            <a:chOff x="156875" y="1355387"/>
            <a:chExt cx="727449" cy="4474725"/>
          </a:xfrm>
        </p:grpSpPr>
        <p:pic>
          <p:nvPicPr>
            <p:cNvPr id="22" name="圖片 21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BD225586-26B1-B3A0-8BA1-54EA7A760F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/>
            <a:stretch>
              <a:fillRect/>
            </a:stretch>
          </p:blipFill>
          <p:spPr>
            <a:xfrm>
              <a:off x="156875" y="1355387"/>
              <a:ext cx="194947" cy="4435813"/>
            </a:xfrm>
            <a:prstGeom prst="rect">
              <a:avLst/>
            </a:prstGeom>
          </p:spPr>
        </p:pic>
        <p:pic>
          <p:nvPicPr>
            <p:cNvPr id="23" name="圖片 22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1A7ACCBD-2AB8-3218-85BD-ADE3F9290F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 b="12672"/>
            <a:stretch>
              <a:fillRect/>
            </a:stretch>
          </p:blipFill>
          <p:spPr>
            <a:xfrm>
              <a:off x="423126" y="2263303"/>
              <a:ext cx="194947" cy="3566809"/>
            </a:xfrm>
            <a:prstGeom prst="rect">
              <a:avLst/>
            </a:prstGeom>
          </p:spPr>
        </p:pic>
        <p:pic>
          <p:nvPicPr>
            <p:cNvPr id="24" name="圖片 23" descr="一張含有 螢幕擷取畫面, 黑暗, 圖形, 星星 的圖片&#10;&#10;AI 產生的內容可能不正確。">
              <a:extLst>
                <a:ext uri="{FF2B5EF4-FFF2-40B4-BE49-F238E27FC236}">
                  <a16:creationId xmlns:a16="http://schemas.microsoft.com/office/drawing/2014/main" id="{AADC7179-F641-7D05-7641-A192238B47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rcRect l="6861" t="35319" r="90296" b="26572"/>
            <a:stretch>
              <a:fillRect/>
            </a:stretch>
          </p:blipFill>
          <p:spPr>
            <a:xfrm>
              <a:off x="689377" y="3158246"/>
              <a:ext cx="194947" cy="26134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05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FA9D3CE0-D5AD-AA06-5FC2-656A0CB2D08C}"/>
              </a:ext>
            </a:extLst>
          </p:cNvPr>
          <p:cNvSpPr/>
          <p:nvPr userDrawn="1"/>
        </p:nvSpPr>
        <p:spPr>
          <a:xfrm>
            <a:off x="11452756" y="6152730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43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en-US" altLang="zh-TW"/>
          </a:p>
        </p:txBody>
      </p:sp>
      <p:sp>
        <p:nvSpPr>
          <p:cNvPr id="13" name="星形: 四角 12">
            <a:extLst>
              <a:ext uri="{FF2B5EF4-FFF2-40B4-BE49-F238E27FC236}">
                <a16:creationId xmlns:a16="http://schemas.microsoft.com/office/drawing/2014/main" id="{D1BAD399-AE87-DF99-BDA0-93CFAB1BB432}"/>
              </a:ext>
            </a:extLst>
          </p:cNvPr>
          <p:cNvSpPr/>
          <p:nvPr userDrawn="1"/>
        </p:nvSpPr>
        <p:spPr>
          <a:xfrm>
            <a:off x="11173458" y="347302"/>
            <a:ext cx="753545" cy="753545"/>
          </a:xfrm>
          <a:prstGeom prst="star4">
            <a:avLst>
              <a:gd name="adj" fmla="val 12498"/>
            </a:avLst>
          </a:prstGeom>
          <a:solidFill>
            <a:srgbClr val="001936"/>
          </a:solidFill>
          <a:ln w="38100"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BE600E76-DD42-EAD7-36B6-B9AB56351D1F}"/>
              </a:ext>
            </a:extLst>
          </p:cNvPr>
          <p:cNvSpPr/>
          <p:nvPr userDrawn="1"/>
        </p:nvSpPr>
        <p:spPr>
          <a:xfrm>
            <a:off x="167523" y="179661"/>
            <a:ext cx="194947" cy="335281"/>
          </a:xfrm>
          <a:prstGeom prst="diamond">
            <a:avLst/>
          </a:prstGeom>
          <a:noFill/>
          <a:ln w="57150"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一張含有 螢幕擷取畫面, 黑暗, 圖形, 星星 的圖片&#10;&#10;AI 產生的內容可能不正確。">
            <a:extLst>
              <a:ext uri="{FF2B5EF4-FFF2-40B4-BE49-F238E27FC236}">
                <a16:creationId xmlns:a16="http://schemas.microsoft.com/office/drawing/2014/main" id="{6BDD800E-0578-5556-6A52-BB838FEC19C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54648" t="5806" b="64183"/>
          <a:stretch>
            <a:fillRect/>
          </a:stretch>
        </p:blipFill>
        <p:spPr>
          <a:xfrm>
            <a:off x="362470" y="248454"/>
            <a:ext cx="2103436" cy="139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2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圖形, 字型, Neon 的圖片&#10;&#10;AI 產生的內容可能不正確。">
            <a:extLst>
              <a:ext uri="{FF2B5EF4-FFF2-40B4-BE49-F238E27FC236}">
                <a16:creationId xmlns:a16="http://schemas.microsoft.com/office/drawing/2014/main" id="{74C94EEE-F8BF-4461-65F1-F998E2D1A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25"/>
          <a:stretch>
            <a:fillRect/>
          </a:stretch>
        </p:blipFill>
        <p:spPr>
          <a:xfrm>
            <a:off x="2848748" y="0"/>
            <a:ext cx="6211207" cy="5805962"/>
          </a:xfrm>
          <a:prstGeom prst="rect">
            <a:avLst/>
          </a:prstGeom>
          <a:ln>
            <a:noFill/>
          </a:ln>
          <a:effectLst/>
        </p:spPr>
      </p:pic>
      <p:sp>
        <p:nvSpPr>
          <p:cNvPr id="95" name="按兩下來編輯"/>
          <p:cNvSpPr txBox="1">
            <a:spLocks noGrp="1"/>
          </p:cNvSpPr>
          <p:nvPr>
            <p:ph type="subTitle" idx="1"/>
          </p:nvPr>
        </p:nvSpPr>
        <p:spPr>
          <a:xfrm>
            <a:off x="3246344" y="4410942"/>
            <a:ext cx="5699311" cy="633845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25400" dir="17880000">
              <a:srgbClr val="000000">
                <a:alpha val="46000"/>
              </a:srgbClr>
            </a:outerShdw>
          </a:effectLst>
        </p:spPr>
        <p:txBody>
          <a:bodyPr wrap="none" lIns="36000" tIns="0" rIns="36000" bIns="0" anchor="ctr">
            <a:noAutofit/>
          </a:bodyPr>
          <a:lstStyle/>
          <a:p>
            <a:r>
              <a:rPr lang="zh-TW" altLang="en-US" sz="3200" b="1" dirty="0">
                <a:ln>
                  <a:solidFill>
                    <a:schemeClr val="bg1">
                      <a:lumMod val="50000"/>
                      <a:lumOff val="50000"/>
                      <a:alpha val="10000"/>
                    </a:schemeClr>
                  </a:solidFill>
                </a:ln>
                <a:solidFill>
                  <a:schemeClr val="bg1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說明文件</a:t>
            </a:r>
            <a:endParaRPr sz="3200" b="1" dirty="0">
              <a:ln>
                <a:solidFill>
                  <a:schemeClr val="bg1">
                    <a:lumMod val="50000"/>
                    <a:lumOff val="50000"/>
                    <a:alpha val="10000"/>
                  </a:schemeClr>
                </a:solidFill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60B03C-F266-7E55-F466-EA81721C7E82}"/>
              </a:ext>
            </a:extLst>
          </p:cNvPr>
          <p:cNvSpPr/>
          <p:nvPr/>
        </p:nvSpPr>
        <p:spPr>
          <a:xfrm>
            <a:off x="477982" y="197427"/>
            <a:ext cx="1735282" cy="1475509"/>
          </a:xfrm>
          <a:prstGeom prst="rect">
            <a:avLst/>
          </a:prstGeom>
          <a:solidFill>
            <a:srgbClr val="0010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627A-CF5E-6C11-3944-137BA62E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3EE8C7B-7036-C358-04F6-9D8FF76259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AF9A497-7D5E-C4B3-7943-2DBCCC4E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作品介紹：</a:t>
            </a:r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Fate Keys </a:t>
            </a:r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命運節奏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630B53-FEC1-00B2-6BDE-34A6451A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7122" y="1890139"/>
            <a:ext cx="5922941" cy="970450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b="1" dirty="0">
                <a:highlight>
                  <a:srgbClr val="008080"/>
                </a:highlight>
              </a:rPr>
              <a:t>一款結合視覺與聽覺雙重饗宴的節奏網頁遊戲，</a:t>
            </a:r>
            <a:endParaRPr lang="en-US" altLang="zh-TW" b="1" dirty="0">
              <a:highlight>
                <a:srgbClr val="008080"/>
              </a:highlight>
            </a:endParaRPr>
          </a:p>
          <a:p>
            <a:pPr marL="36900" indent="0">
              <a:buNone/>
            </a:pPr>
            <a:r>
              <a:rPr lang="zh-TW" altLang="en-US" b="1" dirty="0"/>
              <a:t>　　　    </a:t>
            </a:r>
            <a:r>
              <a:rPr lang="zh-TW" altLang="en-US" b="1" dirty="0">
                <a:highlight>
                  <a:srgbClr val="008080"/>
                </a:highlight>
              </a:rPr>
              <a:t>帶領玩家踏上沉浸於命運節奏的旅程。　　 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B920094-D021-05DC-2E4E-5C34421CB239}"/>
              </a:ext>
            </a:extLst>
          </p:cNvPr>
          <p:cNvSpPr txBox="1">
            <a:spLocks/>
          </p:cNvSpPr>
          <p:nvPr/>
        </p:nvSpPr>
        <p:spPr>
          <a:xfrm>
            <a:off x="1805763" y="2758224"/>
            <a:ext cx="8580474" cy="223066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32400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Clr>
                <a:schemeClr val="tx1"/>
              </a:buClr>
              <a:buNone/>
            </a:pPr>
            <a:r>
              <a:rPr lang="en-US" altLang="zh-TW" b="1" dirty="0">
                <a:solidFill>
                  <a:schemeClr val="tx1"/>
                </a:solidFill>
              </a:rPr>
              <a:t>【</a:t>
            </a:r>
            <a:r>
              <a:rPr lang="zh-TW" altLang="en-US" b="1" dirty="0">
                <a:solidFill>
                  <a:schemeClr val="tx1"/>
                </a:solidFill>
              </a:rPr>
              <a:t>基本玩法</a:t>
            </a:r>
            <a:r>
              <a:rPr lang="en-US" altLang="zh-TW" b="1" dirty="0">
                <a:solidFill>
                  <a:schemeClr val="tx1"/>
                </a:solidFill>
              </a:rPr>
              <a:t>】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選擇歌曲與難度，進行五鍵打擊結構遊戲（</a:t>
            </a:r>
            <a:r>
              <a:rPr lang="en-US" altLang="zh-TW" b="1" dirty="0">
                <a:solidFill>
                  <a:schemeClr val="tx1"/>
                </a:solidFill>
              </a:rPr>
              <a:t>D / F / SPACE / J / K</a:t>
            </a:r>
            <a:r>
              <a:rPr lang="zh-TW" altLang="en-US" b="1" dirty="0">
                <a:solidFill>
                  <a:schemeClr val="tx1"/>
                </a:solidFill>
              </a:rPr>
              <a:t>）</a:t>
            </a:r>
            <a:endParaRPr lang="en-US" altLang="zh-TW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節奏感十足的「</a:t>
            </a:r>
            <a:r>
              <a:rPr lang="en-US" altLang="zh-TW" b="1" dirty="0">
                <a:solidFill>
                  <a:schemeClr val="tx1"/>
                </a:solidFill>
              </a:rPr>
              <a:t>Perfect / Great / Good / Miss</a:t>
            </a:r>
            <a:r>
              <a:rPr lang="zh-TW" altLang="en-US" b="1" dirty="0">
                <a:solidFill>
                  <a:schemeClr val="tx1"/>
                </a:solidFill>
              </a:rPr>
              <a:t>」判定機制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正確擊中得分並累積 </a:t>
            </a:r>
            <a:r>
              <a:rPr lang="en-US" altLang="zh-TW" b="1" dirty="0">
                <a:solidFill>
                  <a:schemeClr val="tx1"/>
                </a:solidFill>
              </a:rPr>
              <a:t>Combo</a:t>
            </a:r>
            <a:r>
              <a:rPr lang="zh-TW" altLang="en-US" b="1" dirty="0">
                <a:solidFill>
                  <a:schemeClr val="tx1"/>
                </a:solidFill>
              </a:rPr>
              <a:t>，失誤 </a:t>
            </a:r>
            <a:r>
              <a:rPr lang="en-US" altLang="zh-TW" b="1" dirty="0">
                <a:solidFill>
                  <a:schemeClr val="tx1"/>
                </a:solidFill>
              </a:rPr>
              <a:t>Combo </a:t>
            </a:r>
            <a:r>
              <a:rPr lang="zh-TW" altLang="en-US" b="1" dirty="0">
                <a:solidFill>
                  <a:schemeClr val="tx1"/>
                </a:solidFill>
              </a:rPr>
              <a:t>歸零</a:t>
            </a:r>
            <a:endParaRPr lang="en-US" altLang="zh-TW" b="1" dirty="0">
              <a:solidFill>
                <a:schemeClr val="tx1"/>
              </a:solidFill>
            </a:endParaRPr>
          </a:p>
          <a:p>
            <a:pPr marL="36900" indent="0">
              <a:buClr>
                <a:schemeClr val="tx1"/>
              </a:buClr>
              <a:buNone/>
            </a:pPr>
            <a:r>
              <a:rPr lang="en-US" altLang="zh-TW" b="1" dirty="0">
                <a:solidFill>
                  <a:schemeClr val="tx1"/>
                </a:solidFill>
              </a:rPr>
              <a:t>【</a:t>
            </a:r>
            <a:r>
              <a:rPr lang="zh-TW" altLang="en-US" b="1" dirty="0">
                <a:solidFill>
                  <a:schemeClr val="tx1"/>
                </a:solidFill>
              </a:rPr>
              <a:t>進階玩法</a:t>
            </a:r>
            <a:r>
              <a:rPr lang="en-US" altLang="zh-TW" b="1" dirty="0">
                <a:solidFill>
                  <a:schemeClr val="tx1"/>
                </a:solidFill>
              </a:rPr>
              <a:t>】</a:t>
            </a: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達成條件解鎖第六關「命運之路」</a:t>
            </a:r>
            <a:r>
              <a:rPr lang="en-US" altLang="zh-TW" b="1" dirty="0">
                <a:solidFill>
                  <a:schemeClr val="tx1"/>
                </a:solidFill>
              </a:rPr>
              <a:t>(Fate Mode)</a:t>
            </a:r>
            <a:endParaRPr lang="zh-TW" altLang="en-US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多項成就任務等你完成</a:t>
            </a:r>
            <a:endParaRPr lang="en-US" altLang="zh-TW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b="1" dirty="0">
                <a:solidFill>
                  <a:schemeClr val="tx1"/>
                </a:solidFill>
              </a:rPr>
              <a:t>挑戰高分排行榜</a:t>
            </a:r>
          </a:p>
        </p:txBody>
      </p:sp>
    </p:spTree>
    <p:extLst>
      <p:ext uri="{BB962C8B-B14F-4D97-AF65-F5344CB8AC3E}">
        <p14:creationId xmlns:p14="http://schemas.microsoft.com/office/powerpoint/2010/main" val="414721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F87E-63CD-4B83-38DF-665F0C55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5A70B-A60B-D82A-B8C7-CA94984C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發想初衷與開發歷程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A5F3EF-99EB-30CA-3A41-AF5E6A022DEA}"/>
              </a:ext>
            </a:extLst>
          </p:cNvPr>
          <p:cNvSpPr/>
          <p:nvPr/>
        </p:nvSpPr>
        <p:spPr>
          <a:xfrm>
            <a:off x="696000" y="4020206"/>
            <a:ext cx="3600000" cy="14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2F9C1-DABE-9A77-B8BE-1D37D63FF303}"/>
              </a:ext>
            </a:extLst>
          </p:cNvPr>
          <p:cNvSpPr/>
          <p:nvPr/>
        </p:nvSpPr>
        <p:spPr>
          <a:xfrm>
            <a:off x="4296000" y="4020206"/>
            <a:ext cx="3600000" cy="144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7F2A3D-2C29-E297-C179-EAFFB5214849}"/>
              </a:ext>
            </a:extLst>
          </p:cNvPr>
          <p:cNvSpPr/>
          <p:nvPr/>
        </p:nvSpPr>
        <p:spPr>
          <a:xfrm>
            <a:off x="7896000" y="4020206"/>
            <a:ext cx="3600000" cy="14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6FBBEBF5-0068-842E-3660-8DD7130CF3E1}"/>
              </a:ext>
            </a:extLst>
          </p:cNvPr>
          <p:cNvGrpSpPr/>
          <p:nvPr/>
        </p:nvGrpSpPr>
        <p:grpSpPr>
          <a:xfrm>
            <a:off x="4196622" y="2188110"/>
            <a:ext cx="7398756" cy="3808192"/>
            <a:chOff x="596622" y="2188110"/>
            <a:chExt cx="7398756" cy="3808192"/>
          </a:xfrm>
        </p:grpSpPr>
        <p:cxnSp>
          <p:nvCxnSpPr>
            <p:cNvPr id="12" name="直接连接符 30">
              <a:extLst>
                <a:ext uri="{FF2B5EF4-FFF2-40B4-BE49-F238E27FC236}">
                  <a16:creationId xmlns:a16="http://schemas.microsoft.com/office/drawing/2014/main" id="{F7249D3B-94C0-01FF-1CCA-B731912C1230}"/>
                </a:ext>
              </a:extLst>
            </p:cNvPr>
            <p:cNvCxnSpPr/>
            <p:nvPr/>
          </p:nvCxnSpPr>
          <p:spPr>
            <a:xfrm flipV="1">
              <a:off x="696000" y="2386866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54">
              <a:extLst>
                <a:ext uri="{FF2B5EF4-FFF2-40B4-BE49-F238E27FC236}">
                  <a16:creationId xmlns:a16="http://schemas.microsoft.com/office/drawing/2014/main" id="{6C2E7339-9057-259C-81E0-23BAF2933437}"/>
                </a:ext>
              </a:extLst>
            </p:cNvPr>
            <p:cNvGrpSpPr/>
            <p:nvPr/>
          </p:nvGrpSpPr>
          <p:grpSpPr>
            <a:xfrm>
              <a:off x="596622" y="2188110"/>
              <a:ext cx="198756" cy="198756"/>
              <a:chOff x="3607648" y="5489862"/>
              <a:chExt cx="198756" cy="198756"/>
            </a:xfrm>
          </p:grpSpPr>
          <p:sp>
            <p:nvSpPr>
              <p:cNvPr id="14" name="椭圆 55">
                <a:extLst>
                  <a:ext uri="{FF2B5EF4-FFF2-40B4-BE49-F238E27FC236}">
                    <a16:creationId xmlns:a16="http://schemas.microsoft.com/office/drawing/2014/main" id="{176302F4-2277-F34B-5D85-6B87EFCB4FC5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椭圆 56">
                <a:extLst>
                  <a:ext uri="{FF2B5EF4-FFF2-40B4-BE49-F238E27FC236}">
                    <a16:creationId xmlns:a16="http://schemas.microsoft.com/office/drawing/2014/main" id="{4F92443A-7953-FEE8-CCB2-90CF76E14F88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6" name="直接连接符 30">
              <a:extLst>
                <a:ext uri="{FF2B5EF4-FFF2-40B4-BE49-F238E27FC236}">
                  <a16:creationId xmlns:a16="http://schemas.microsoft.com/office/drawing/2014/main" id="{873FDBF1-97FB-0D55-B6E6-23AD0605CD91}"/>
                </a:ext>
              </a:extLst>
            </p:cNvPr>
            <p:cNvCxnSpPr/>
            <p:nvPr/>
          </p:nvCxnSpPr>
          <p:spPr>
            <a:xfrm flipV="1">
              <a:off x="7896000" y="2386866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54">
              <a:extLst>
                <a:ext uri="{FF2B5EF4-FFF2-40B4-BE49-F238E27FC236}">
                  <a16:creationId xmlns:a16="http://schemas.microsoft.com/office/drawing/2014/main" id="{A9791C75-DFD1-10FA-B182-916716E4B051}"/>
                </a:ext>
              </a:extLst>
            </p:cNvPr>
            <p:cNvGrpSpPr/>
            <p:nvPr/>
          </p:nvGrpSpPr>
          <p:grpSpPr>
            <a:xfrm>
              <a:off x="7796622" y="2188110"/>
              <a:ext cx="198756" cy="198756"/>
              <a:chOff x="3607648" y="5489862"/>
              <a:chExt cx="198756" cy="198756"/>
            </a:xfrm>
          </p:grpSpPr>
          <p:sp>
            <p:nvSpPr>
              <p:cNvPr id="18" name="椭圆 55">
                <a:extLst>
                  <a:ext uri="{FF2B5EF4-FFF2-40B4-BE49-F238E27FC236}">
                    <a16:creationId xmlns:a16="http://schemas.microsoft.com/office/drawing/2014/main" id="{3B212366-B12F-FF14-6CB2-4E1DF367627C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56">
                <a:extLst>
                  <a:ext uri="{FF2B5EF4-FFF2-40B4-BE49-F238E27FC236}">
                    <a16:creationId xmlns:a16="http://schemas.microsoft.com/office/drawing/2014/main" id="{DD3B22BD-E130-5BD2-6236-A074FA9004F3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20" name="直接连接符 30">
              <a:extLst>
                <a:ext uri="{FF2B5EF4-FFF2-40B4-BE49-F238E27FC236}">
                  <a16:creationId xmlns:a16="http://schemas.microsoft.com/office/drawing/2014/main" id="{34F7AA74-6930-1350-5FD7-68A3D03DB20B}"/>
                </a:ext>
              </a:extLst>
            </p:cNvPr>
            <p:cNvCxnSpPr/>
            <p:nvPr/>
          </p:nvCxnSpPr>
          <p:spPr>
            <a:xfrm flipV="1">
              <a:off x="4295999" y="4021200"/>
              <a:ext cx="0" cy="177734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54">
              <a:extLst>
                <a:ext uri="{FF2B5EF4-FFF2-40B4-BE49-F238E27FC236}">
                  <a16:creationId xmlns:a16="http://schemas.microsoft.com/office/drawing/2014/main" id="{9A916101-154E-7B27-A86B-B89D15DF6DA9}"/>
                </a:ext>
              </a:extLst>
            </p:cNvPr>
            <p:cNvGrpSpPr/>
            <p:nvPr/>
          </p:nvGrpSpPr>
          <p:grpSpPr>
            <a:xfrm>
              <a:off x="4196621" y="5797546"/>
              <a:ext cx="198756" cy="198756"/>
              <a:chOff x="3607648" y="5489862"/>
              <a:chExt cx="198756" cy="198756"/>
            </a:xfrm>
          </p:grpSpPr>
          <p:sp>
            <p:nvSpPr>
              <p:cNvPr id="22" name="椭圆 55">
                <a:extLst>
                  <a:ext uri="{FF2B5EF4-FFF2-40B4-BE49-F238E27FC236}">
                    <a16:creationId xmlns:a16="http://schemas.microsoft.com/office/drawing/2014/main" id="{C8952F13-6713-9731-9370-82AED924C171}"/>
                  </a:ext>
                </a:extLst>
              </p:cNvPr>
              <p:cNvSpPr/>
              <p:nvPr/>
            </p:nvSpPr>
            <p:spPr>
              <a:xfrm>
                <a:off x="3607648" y="5489862"/>
                <a:ext cx="198756" cy="19875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9525">
                <a:gradFill>
                  <a:gsLst>
                    <a:gs pos="89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7200000" scaled="0"/>
                </a:gradFill>
              </a:ln>
              <a:effectLst>
                <a:outerShdw blurRad="127000" dist="63500" dir="816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56">
                <a:extLst>
                  <a:ext uri="{FF2B5EF4-FFF2-40B4-BE49-F238E27FC236}">
                    <a16:creationId xmlns:a16="http://schemas.microsoft.com/office/drawing/2014/main" id="{015F9811-F6CA-366E-31E2-138165C8AC12}"/>
                  </a:ext>
                </a:extLst>
              </p:cNvPr>
              <p:cNvSpPr/>
              <p:nvPr/>
            </p:nvSpPr>
            <p:spPr>
              <a:xfrm>
                <a:off x="3671022" y="5553236"/>
                <a:ext cx="72008" cy="7200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0FD794C-000B-EE39-1984-FD493A07B2BF}"/>
              </a:ext>
            </a:extLst>
          </p:cNvPr>
          <p:cNvSpPr txBox="1"/>
          <p:nvPr/>
        </p:nvSpPr>
        <p:spPr>
          <a:xfrm>
            <a:off x="695999" y="2102822"/>
            <a:ext cx="138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/>
                </a:solidFill>
              </a:rPr>
              <a:t>概念發想期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FE43658-35F6-FD9E-4378-00CFF43031A6}"/>
              </a:ext>
            </a:extLst>
          </p:cNvPr>
          <p:cNvSpPr txBox="1"/>
          <p:nvPr/>
        </p:nvSpPr>
        <p:spPr>
          <a:xfrm>
            <a:off x="4295998" y="4262780"/>
            <a:ext cx="164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</a:rPr>
              <a:t>初期開發挑戰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8ABB047-A675-9659-D219-9CFA45A31CA4}"/>
              </a:ext>
            </a:extLst>
          </p:cNvPr>
          <p:cNvSpPr txBox="1"/>
          <p:nvPr/>
        </p:nvSpPr>
        <p:spPr>
          <a:xfrm>
            <a:off x="7895999" y="2102822"/>
            <a:ext cx="1380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調整與進化</a:t>
            </a: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2781DFCD-ACB1-265D-6A3A-1B413830D814}"/>
              </a:ext>
            </a:extLst>
          </p:cNvPr>
          <p:cNvSpPr txBox="1">
            <a:spLocks/>
          </p:cNvSpPr>
          <p:nvPr/>
        </p:nvSpPr>
        <p:spPr>
          <a:xfrm>
            <a:off x="2352675" y="4763648"/>
            <a:ext cx="5479951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non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節奏判定不穩 ➝ 重構 </a:t>
            </a:r>
            <a:r>
              <a:rPr lang="en-US" altLang="zh-TW" sz="1400" b="1" dirty="0">
                <a:solidFill>
                  <a:schemeClr val="tx1"/>
                </a:solidFill>
              </a:rPr>
              <a:t>judgment.js </a:t>
            </a:r>
            <a:r>
              <a:rPr lang="zh-TW" altLang="en-US" sz="1400" b="1" dirty="0">
                <a:solidFill>
                  <a:schemeClr val="tx1"/>
                </a:solidFill>
              </a:rPr>
              <a:t>實作打擊距離計算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畫面變形 ➝ </a:t>
            </a:r>
            <a:r>
              <a:rPr lang="en-US" altLang="zh-TW" sz="1400" b="1" dirty="0">
                <a:solidFill>
                  <a:schemeClr val="tx1"/>
                </a:solidFill>
              </a:rPr>
              <a:t>canvas</a:t>
            </a:r>
            <a:r>
              <a:rPr lang="zh-TW" altLang="en-US" sz="1400" b="1" dirty="0">
                <a:solidFill>
                  <a:schemeClr val="tx1"/>
                </a:solidFill>
              </a:rPr>
              <a:t>＋</a:t>
            </a:r>
            <a:r>
              <a:rPr lang="en-US" altLang="zh-TW" sz="1400" b="1" dirty="0">
                <a:solidFill>
                  <a:schemeClr val="tx1"/>
                </a:solidFill>
              </a:rPr>
              <a:t>CSS clip-path</a:t>
            </a:r>
            <a:r>
              <a:rPr lang="zh-TW" altLang="en-US" sz="1400" b="1" dirty="0">
                <a:solidFill>
                  <a:schemeClr val="tx1"/>
                </a:solidFill>
              </a:rPr>
              <a:t>計算重調整，修正</a:t>
            </a:r>
            <a:r>
              <a:rPr lang="en-US" altLang="zh-TW" sz="1400" b="1" dirty="0">
                <a:solidFill>
                  <a:schemeClr val="tx1"/>
                </a:solidFill>
              </a:rPr>
              <a:t>UI</a:t>
            </a:r>
            <a:r>
              <a:rPr lang="zh-TW" altLang="en-US" sz="1400" b="1" dirty="0">
                <a:solidFill>
                  <a:schemeClr val="tx1"/>
                </a:solidFill>
              </a:rPr>
              <a:t>梯形賽道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動態視覺不一致 ➝ 整合 </a:t>
            </a:r>
            <a:r>
              <a:rPr lang="en-US" altLang="zh-TW" sz="1400" b="1" dirty="0">
                <a:solidFill>
                  <a:schemeClr val="tx1"/>
                </a:solidFill>
              </a:rPr>
              <a:t>combo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Fever</a:t>
            </a:r>
            <a:r>
              <a:rPr lang="zh-TW" altLang="en-US" sz="1400" b="1" dirty="0">
                <a:solidFill>
                  <a:schemeClr val="tx1"/>
                </a:solidFill>
              </a:rPr>
              <a:t>、鍵位閃光動畫統</a:t>
            </a:r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3381BB4D-77DF-DB54-56B4-D14C269FA093}"/>
              </a:ext>
            </a:extLst>
          </p:cNvPr>
          <p:cNvSpPr txBox="1">
            <a:spLocks/>
          </p:cNvSpPr>
          <p:nvPr/>
        </p:nvSpPr>
        <p:spPr>
          <a:xfrm>
            <a:off x="695999" y="2602817"/>
            <a:ext cx="2933024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squar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三人小隊從「命運」主題出發</a:t>
            </a:r>
            <a:endParaRPr lang="en-US" altLang="zh-TW" sz="14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結合星級進程＋音樂拍點挑戰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發展出六大難度 → 星數象徵 → 關卡通關劇情</a:t>
            </a: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09A76B70-8984-6BB9-83ED-AB08711D566B}"/>
              </a:ext>
            </a:extLst>
          </p:cNvPr>
          <p:cNvSpPr txBox="1">
            <a:spLocks/>
          </p:cNvSpPr>
          <p:nvPr/>
        </p:nvSpPr>
        <p:spPr>
          <a:xfrm>
            <a:off x="6210307" y="2602817"/>
            <a:ext cx="5249688" cy="1286726"/>
          </a:xfrm>
          <a:prstGeom prst="rect">
            <a:avLst/>
          </a:prstGeom>
          <a:noFill/>
          <a:ln>
            <a:noFill/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wrap="square" lIns="0" tIns="0" rIns="0" bIns="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聚焦「單點＋節奏密度變化」提升節奏純粹性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新增隱藏 </a:t>
            </a:r>
            <a:r>
              <a:rPr lang="en-US" altLang="zh-TW" sz="1400" b="1" dirty="0">
                <a:solidFill>
                  <a:schemeClr val="tx1"/>
                </a:solidFill>
              </a:rPr>
              <a:t>Fate Mode </a:t>
            </a:r>
            <a:r>
              <a:rPr lang="zh-TW" altLang="en-US" sz="1400" b="1" dirty="0">
                <a:solidFill>
                  <a:schemeClr val="tx1"/>
                </a:solidFill>
              </a:rPr>
              <a:t>關卡作為通關挑戰</a:t>
            </a:r>
            <a:endParaRPr lang="en-US" altLang="zh-TW" sz="14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增加成就感，回饋更多情緒價值</a:t>
            </a:r>
          </a:p>
          <a:p>
            <a:pPr>
              <a:buClr>
                <a:schemeClr val="tx1"/>
              </a:buClr>
            </a:pPr>
            <a:r>
              <a:rPr lang="zh-TW" altLang="en-US" sz="1400" b="1" dirty="0">
                <a:solidFill>
                  <a:schemeClr val="tx1"/>
                </a:solidFill>
              </a:rPr>
              <a:t>加入按鍵提示 </a:t>
            </a:r>
            <a:r>
              <a:rPr lang="en-US" altLang="zh-TW" sz="1400" b="1" dirty="0">
                <a:solidFill>
                  <a:schemeClr val="tx1"/>
                </a:solidFill>
              </a:rPr>
              <a:t>UI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Fever </a:t>
            </a:r>
            <a:r>
              <a:rPr lang="zh-TW" altLang="en-US" sz="1400" b="1" dirty="0">
                <a:solidFill>
                  <a:schemeClr val="tx1"/>
                </a:solidFill>
              </a:rPr>
              <a:t>特效、支援</a:t>
            </a:r>
            <a:r>
              <a:rPr lang="en-US" altLang="zh-TW" sz="1400" b="1" dirty="0">
                <a:solidFill>
                  <a:schemeClr val="tx1"/>
                </a:solidFill>
              </a:rPr>
              <a:t>Mobile </a:t>
            </a:r>
            <a:r>
              <a:rPr lang="zh-TW" altLang="en-US" sz="1400" b="1" dirty="0">
                <a:solidFill>
                  <a:schemeClr val="tx1"/>
                </a:solidFill>
              </a:rPr>
              <a:t>適應</a:t>
            </a:r>
          </a:p>
        </p:txBody>
      </p:sp>
    </p:spTree>
    <p:extLst>
      <p:ext uri="{BB962C8B-B14F-4D97-AF65-F5344CB8AC3E}">
        <p14:creationId xmlns:p14="http://schemas.microsoft.com/office/powerpoint/2010/main" val="357123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391A395-66DA-4812-141F-A8B268DF9C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5CB211F-88E4-E285-C678-BA243661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玩法設計亮點</a:t>
            </a:r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40278BF3-0F39-B84D-ACA9-A7AE788B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zh-TW" altLang="en-US" sz="1200" dirty="0"/>
              <a:t>玩法設計亮點：極簡控制 </a:t>
            </a:r>
            <a:r>
              <a:rPr lang="en-US" altLang="zh-TW" sz="1200" dirty="0"/>
              <a:t>× </a:t>
            </a:r>
            <a:r>
              <a:rPr lang="zh-TW" altLang="en-US" sz="1200" dirty="0"/>
              <a:t>精準節奏 </a:t>
            </a:r>
            <a:r>
              <a:rPr lang="en-US" altLang="zh-TW" sz="1200" dirty="0"/>
              <a:t>× </a:t>
            </a:r>
            <a:r>
              <a:rPr lang="zh-TW" altLang="en-US" sz="1200" dirty="0"/>
              <a:t>爽感加成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🎮 五鍵打擊設計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玩家以左右手操作 </a:t>
            </a:r>
            <a:r>
              <a:rPr lang="en-US" altLang="zh-TW" sz="1200" dirty="0"/>
              <a:t>`D / F / </a:t>
            </a:r>
            <a:r>
              <a:rPr lang="zh-TW" altLang="en-US" sz="1200" dirty="0"/>
              <a:t>空白鍵 </a:t>
            </a:r>
            <a:r>
              <a:rPr lang="en-US" altLang="zh-TW" sz="1200" dirty="0"/>
              <a:t>/ J / K` </a:t>
            </a:r>
            <a:r>
              <a:rPr lang="zh-TW" altLang="en-US" sz="1200" dirty="0"/>
              <a:t>五鍵</a:t>
            </a:r>
          </a:p>
          <a:p>
            <a:pPr marL="36900" indent="0">
              <a:buNone/>
            </a:pPr>
            <a:r>
              <a:rPr lang="en-US" altLang="zh-TW" sz="1200" dirty="0"/>
              <a:t>- **</a:t>
            </a:r>
            <a:r>
              <a:rPr lang="zh-TW" altLang="en-US" sz="1200" dirty="0"/>
              <a:t>空白鍵**設計為中軸判定，增加節奏對稱感與「一體感打擊」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不同難度對應不同的按鍵頻率與排列組合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🎯 判定系統與節奏體感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節奏判定採用四段評分：</a:t>
            </a:r>
            <a:r>
              <a:rPr lang="en-US" altLang="zh-TW" sz="1200" dirty="0"/>
              <a:t>`Perfect / Great / Good / </a:t>
            </a:r>
            <a:r>
              <a:rPr lang="en-US" altLang="zh-TW" sz="1200" dirty="0" err="1"/>
              <a:t>Miss`</a:t>
            </a: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- Canvas </a:t>
            </a:r>
            <a:r>
              <a:rPr lang="zh-TW" altLang="en-US" sz="1200" dirty="0"/>
              <a:t>上音符下落＋實時判定區對應，**擊打即有分數與動畫回饋**</a:t>
            </a:r>
          </a:p>
          <a:p>
            <a:pPr marL="36900" indent="0">
              <a:buNone/>
            </a:pPr>
            <a:r>
              <a:rPr lang="en-US" altLang="zh-TW" sz="1200" dirty="0"/>
              <a:t>- `judgment.js` </a:t>
            </a:r>
            <a:r>
              <a:rPr lang="zh-TW" altLang="en-US" sz="1200" dirty="0"/>
              <a:t>精細控制判距，讓每次命中都具節奏衝擊感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🔥 </a:t>
            </a:r>
            <a:r>
              <a:rPr lang="en-US" altLang="zh-TW" sz="1200" dirty="0"/>
              <a:t>Fever </a:t>
            </a:r>
            <a:r>
              <a:rPr lang="zh-TW" altLang="en-US" sz="1200" dirty="0"/>
              <a:t>模式與 </a:t>
            </a:r>
            <a:r>
              <a:rPr lang="en-US" altLang="zh-TW" sz="1200" dirty="0"/>
              <a:t>Combo </a:t>
            </a:r>
            <a:r>
              <a:rPr lang="zh-TW" altLang="en-US" sz="1200" dirty="0"/>
              <a:t>引導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達成連續判定後觸發 </a:t>
            </a:r>
            <a:r>
              <a:rPr lang="en-US" altLang="zh-TW" sz="1200" dirty="0"/>
              <a:t>`Fever </a:t>
            </a:r>
            <a:r>
              <a:rPr lang="zh-TW" altLang="en-US" sz="1200" dirty="0"/>
              <a:t>模式</a:t>
            </a:r>
            <a:r>
              <a:rPr lang="en-US" altLang="zh-TW" sz="1200" dirty="0"/>
              <a:t>`</a:t>
            </a:r>
            <a:r>
              <a:rPr lang="zh-TW" altLang="en-US" sz="1200" dirty="0"/>
              <a:t>，音樂進入高潮，特效強化</a:t>
            </a:r>
          </a:p>
          <a:p>
            <a:pPr marL="36900" indent="0">
              <a:buNone/>
            </a:pPr>
            <a:r>
              <a:rPr lang="en-US" altLang="zh-TW" sz="1200" dirty="0"/>
              <a:t>- Combo </a:t>
            </a:r>
            <a:r>
              <a:rPr lang="zh-TW" altLang="en-US" sz="1200" dirty="0"/>
              <a:t>達特定門檻出現「閃光提示」、「音波動畫」、「得分加乘」</a:t>
            </a:r>
          </a:p>
          <a:p>
            <a:pPr marL="36900" indent="0">
              <a:buNone/>
            </a:pPr>
            <a:r>
              <a:rPr lang="en-US" altLang="zh-TW" sz="1200" dirty="0"/>
              <a:t>- Fever </a:t>
            </a:r>
            <a:r>
              <a:rPr lang="zh-TW" altLang="en-US" sz="1200" dirty="0"/>
              <a:t>設計強化玩家節奏掌握的成就感與表現慾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⭐ </a:t>
            </a:r>
            <a:r>
              <a:rPr lang="zh-TW" altLang="en-US" sz="1200" dirty="0"/>
              <a:t>節奏設計重點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元素        </a:t>
            </a:r>
            <a:r>
              <a:rPr lang="en-US" altLang="zh-TW" sz="1200" dirty="0"/>
              <a:t>| </a:t>
            </a:r>
            <a:r>
              <a:rPr lang="zh-TW" altLang="en-US" sz="1200" dirty="0"/>
              <a:t>描述                           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|-------------|----------------------------------------|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節奏密度控制 </a:t>
            </a:r>
            <a:r>
              <a:rPr lang="en-US" altLang="zh-TW" sz="1200" dirty="0"/>
              <a:t>| </a:t>
            </a:r>
            <a:r>
              <a:rPr lang="zh-TW" altLang="en-US" sz="1200" dirty="0"/>
              <a:t>不同關卡設定音符出現間隔與連打頻率 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難度設計     </a:t>
            </a:r>
            <a:r>
              <a:rPr lang="en-US" altLang="zh-TW" sz="1200" dirty="0"/>
              <a:t>| Beginner → Fate Mode </a:t>
            </a:r>
            <a:r>
              <a:rPr lang="zh-TW" altLang="en-US" sz="1200" dirty="0"/>
              <a:t>六級，逐步升溫       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r>
              <a:rPr lang="en-US" altLang="zh-TW" sz="1200" dirty="0"/>
              <a:t>| </a:t>
            </a:r>
            <a:r>
              <a:rPr lang="zh-TW" altLang="en-US" sz="1200" dirty="0"/>
              <a:t>玩家學習曲線 </a:t>
            </a:r>
            <a:r>
              <a:rPr lang="en-US" altLang="zh-TW" sz="1200" dirty="0"/>
              <a:t>| </a:t>
            </a:r>
            <a:r>
              <a:rPr lang="zh-TW" altLang="en-US" sz="1200" dirty="0"/>
              <a:t>首關練節奏感，後段挑戰「鍵位轉換 </a:t>
            </a:r>
            <a:r>
              <a:rPr lang="en-US" altLang="zh-TW" sz="1200" dirty="0"/>
              <a:t>+ </a:t>
            </a:r>
            <a:r>
              <a:rPr lang="zh-TW" altLang="en-US" sz="1200" dirty="0"/>
              <a:t>閃擊判定」 </a:t>
            </a:r>
            <a:r>
              <a:rPr lang="en-US" altLang="zh-TW" sz="1200" dirty="0"/>
              <a:t>|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🧠 技術結合亮點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使用 </a:t>
            </a:r>
            <a:r>
              <a:rPr lang="en-US" altLang="zh-TW" sz="1200" dirty="0"/>
              <a:t>`LEVEL_CONFIGS` </a:t>
            </a:r>
            <a:r>
              <a:rPr lang="zh-TW" altLang="en-US" sz="1200" dirty="0"/>
              <a:t>控制各關卡速度與密度參數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音符與節奏對應 </a:t>
            </a:r>
            <a:r>
              <a:rPr lang="en-US" altLang="zh-TW" sz="1200" dirty="0"/>
              <a:t>`</a:t>
            </a:r>
            <a:r>
              <a:rPr lang="en-US" altLang="zh-TW" sz="1200" dirty="0" err="1"/>
              <a:t>currentTime</a:t>
            </a:r>
            <a:r>
              <a:rPr lang="en-US" altLang="zh-TW" sz="1200" dirty="0"/>
              <a:t> → </a:t>
            </a:r>
            <a:r>
              <a:rPr lang="en-US" altLang="zh-TW" sz="1200" dirty="0" err="1"/>
              <a:t>note.time</a:t>
            </a:r>
            <a:r>
              <a:rPr lang="en-US" altLang="zh-TW" sz="1200" dirty="0"/>
              <a:t>` </a:t>
            </a:r>
            <a:r>
              <a:rPr lang="zh-TW" altLang="en-US" sz="1200" dirty="0"/>
              <a:t>計算位移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播放引擎與擊打邏輯整合於 </a:t>
            </a:r>
            <a:r>
              <a:rPr lang="en-US" altLang="zh-TW" sz="1200" dirty="0"/>
              <a:t>`game.js`</a:t>
            </a:r>
            <a:r>
              <a:rPr lang="zh-TW" altLang="en-US" sz="1200" dirty="0"/>
              <a:t>，所有擊打皆有回饋動畫與 </a:t>
            </a:r>
            <a:r>
              <a:rPr lang="en-US" altLang="zh-TW" sz="1200" dirty="0"/>
              <a:t>Combo </a:t>
            </a:r>
            <a:r>
              <a:rPr lang="zh-TW" altLang="en-US" sz="1200" dirty="0"/>
              <a:t>驅動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以五鍵為骨幹、節奏為靈魂、</a:t>
            </a:r>
            <a:r>
              <a:rPr lang="en-US" altLang="zh-TW" sz="1200" dirty="0"/>
              <a:t>Fever </a:t>
            </a:r>
            <a:r>
              <a:rPr lang="zh-TW" altLang="en-US" sz="1200" dirty="0"/>
              <a:t>為高潮，打造從新手到高手都能沉浸的節奏戰鬥體驗。**</a:t>
            </a:r>
          </a:p>
        </p:txBody>
      </p:sp>
    </p:spTree>
    <p:extLst>
      <p:ext uri="{BB962C8B-B14F-4D97-AF65-F5344CB8AC3E}">
        <p14:creationId xmlns:p14="http://schemas.microsoft.com/office/powerpoint/2010/main" val="132342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79E1-54BA-DF8B-1DDA-8292E02D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11D7F4-841F-4C5C-A94F-4EB86EA73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3C6C28-E617-DE8F-0162-15D46BD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世界觀與劇情設計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48EB6ACD-7C5D-D7AB-1AAC-9AF9EFD1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🌌 故事核心：命運之路的節奏試煉</a:t>
            </a:r>
          </a:p>
          <a:p>
            <a:pPr marL="36900" indent="0">
              <a:buNone/>
            </a:pPr>
            <a:r>
              <a:rPr lang="en-US" altLang="zh-TW" sz="1200" dirty="0"/>
              <a:t>&gt; </a:t>
            </a:r>
            <a:r>
              <a:rPr lang="zh-TW" altLang="en-US" sz="1200" dirty="0"/>
              <a:t>玩家將踏上一段象徵自我突破的命運挑戰旅程，  </a:t>
            </a:r>
          </a:p>
          <a:p>
            <a:pPr marL="36900" indent="0">
              <a:buNone/>
            </a:pPr>
            <a:r>
              <a:rPr lang="en-US" altLang="zh-TW" sz="1200" dirty="0"/>
              <a:t>&gt; </a:t>
            </a:r>
            <a:r>
              <a:rPr lang="zh-TW" altLang="en-US" sz="1200" dirty="0"/>
              <a:t>每一關都是一段節奏對話，從初識自我、接受混亂、走向命運。</a:t>
            </a:r>
            <a:endParaRPr lang="en-US" altLang="zh-TW" sz="1200" dirty="0"/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🔐 關卡設計理念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每一關卡不只是難度，而是**節奏與故事的合一**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玩家從簡單節奏逐漸進入高壓與視覺震撼，體會「命運並非逃避，而是擊打出來的節奏」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最終 </a:t>
            </a:r>
            <a:r>
              <a:rPr lang="en-US" altLang="zh-TW" sz="1200" dirty="0"/>
              <a:t>Fate Mode </a:t>
            </a:r>
            <a:r>
              <a:rPr lang="zh-TW" altLang="en-US" sz="1200" dirty="0"/>
              <a:t>結合所有元素：高速、視覺爆炸、極限判定 → 檢驗真正的節奏掌握者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🧠 劇情引導與互動補強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開場／過關有簡短文字引導：「你聽見命運的聲音了嗎？」、「下一關，是你真正的試煉。」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將「故事敘事」融入進關畫面與難度選擇卡片中，**不用冗長劇本，也能有情感鋪陳**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從星星開始，走向命運。每一個節拍，都是你改寫未來的節奏。**</a:t>
            </a:r>
          </a:p>
        </p:txBody>
      </p:sp>
    </p:spTree>
    <p:extLst>
      <p:ext uri="{BB962C8B-B14F-4D97-AF65-F5344CB8AC3E}">
        <p14:creationId xmlns:p14="http://schemas.microsoft.com/office/powerpoint/2010/main" val="399017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7572-037D-4392-2E3A-DEB9CFEB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8BABCB8-CBF7-0553-0A57-15DA56F7EF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4C852AB-8C8B-7AFC-27E3-364D9F8A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UI </a:t>
            </a:r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視覺與音效動態設計</a:t>
            </a:r>
          </a:p>
        </p:txBody>
      </p:sp>
      <p:sp>
        <p:nvSpPr>
          <p:cNvPr id="3" name="內容版面配置區 6">
            <a:extLst>
              <a:ext uri="{FF2B5EF4-FFF2-40B4-BE49-F238E27FC236}">
                <a16:creationId xmlns:a16="http://schemas.microsoft.com/office/drawing/2014/main" id="{C0747F93-9FB6-8C10-CFD7-EBAAFDCE245E}"/>
              </a:ext>
            </a:extLst>
          </p:cNvPr>
          <p:cNvSpPr txBox="1">
            <a:spLocks/>
          </p:cNvSpPr>
          <p:nvPr/>
        </p:nvSpPr>
        <p:spPr>
          <a:xfrm>
            <a:off x="1066195" y="18848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zh-TW" sz="1200" dirty="0"/>
              <a:t>### </a:t>
            </a:r>
            <a:r>
              <a:rPr lang="zh-TW" altLang="en-US" sz="1200" dirty="0"/>
              <a:t>🎨 視覺設計特色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🌈 **自訂 </a:t>
            </a:r>
            <a:r>
              <a:rPr lang="en-US" altLang="zh-TW" sz="1200" dirty="0"/>
              <a:t>UI </a:t>
            </a:r>
            <a:r>
              <a:rPr lang="zh-TW" altLang="en-US" sz="1200" dirty="0"/>
              <a:t>元件風格統一**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選單、鍵位、節奏條、星級卡片皆採霓虹邊框＋發光設計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🌌 **</a:t>
            </a:r>
            <a:r>
              <a:rPr lang="en-US" altLang="zh-TW" sz="1200" dirty="0"/>
              <a:t>Canvas </a:t>
            </a:r>
            <a:r>
              <a:rPr lang="zh-TW" altLang="en-US" sz="1200" dirty="0"/>
              <a:t>賽道與節奏同步**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賽道發光、音符落點滑順、按鍵閃爍與節拍動態對齊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💫 **</a:t>
            </a:r>
            <a:r>
              <a:rPr lang="en-US" altLang="zh-TW" sz="1200" dirty="0"/>
              <a:t>Combo / Fever </a:t>
            </a:r>
            <a:r>
              <a:rPr lang="zh-TW" altLang="en-US" sz="1200" dirty="0"/>
              <a:t>特效加乘**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達成條件後背景閃動、音波擴散、數字放大特效自動驅動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🧲 **響應式布局**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UI </a:t>
            </a:r>
            <a:r>
              <a:rPr lang="zh-TW" altLang="en-US" sz="1200" dirty="0"/>
              <a:t>自動調整桌機／手機比例，視覺不變形、互動不延遲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🔊 聽覺回饋：節奏與操作同步響應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### </a:t>
            </a:r>
            <a:r>
              <a:rPr lang="zh-TW" altLang="en-US" sz="1200" dirty="0"/>
              <a:t>🔉 音效細節設計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🎵 節奏背景音樂（</a:t>
            </a:r>
            <a:r>
              <a:rPr lang="en-US" altLang="zh-TW" sz="1200" dirty="0"/>
              <a:t>BGM</a:t>
            </a:r>
            <a:r>
              <a:rPr lang="zh-TW" altLang="en-US" sz="1200" dirty="0"/>
              <a:t>）＋按鍵擊打音同步設計</a:t>
            </a:r>
          </a:p>
          <a:p>
            <a:pPr marL="36900" indent="0">
              <a:buNone/>
            </a:pPr>
            <a:r>
              <a:rPr lang="en-US" altLang="zh-TW" sz="1200" dirty="0"/>
              <a:t>- ⌨️ </a:t>
            </a:r>
            <a:r>
              <a:rPr lang="zh-TW" altLang="en-US" sz="1200" dirty="0"/>
              <a:t>擊中音符立即觸發擊打音效，回饋感清晰強烈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🔁 </a:t>
            </a:r>
            <a:r>
              <a:rPr lang="en-US" altLang="zh-TW" sz="1200" dirty="0"/>
              <a:t>Combo </a:t>
            </a:r>
            <a:r>
              <a:rPr lang="zh-TW" altLang="en-US" sz="1200" dirty="0"/>
              <a:t>達標後進入特別段落，</a:t>
            </a:r>
            <a:r>
              <a:rPr lang="en-US" altLang="zh-TW" sz="1200" dirty="0"/>
              <a:t>BGM </a:t>
            </a:r>
            <a:r>
              <a:rPr lang="zh-TW" altLang="en-US" sz="1200" dirty="0"/>
              <a:t>節奏進化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---</a:t>
            </a:r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</a:t>
            </a:r>
            <a:r>
              <a:rPr lang="zh-TW" altLang="en-US" sz="1200" dirty="0"/>
              <a:t>🔁 </a:t>
            </a:r>
            <a:r>
              <a:rPr lang="en-US" altLang="zh-TW" sz="1200" dirty="0"/>
              <a:t>UI </a:t>
            </a:r>
            <a:r>
              <a:rPr lang="zh-TW" altLang="en-US" sz="1200" dirty="0"/>
              <a:t>動效融合（技術層）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🖼️ 使用 </a:t>
            </a:r>
            <a:r>
              <a:rPr lang="en-US" altLang="zh-TW" sz="1200" dirty="0"/>
              <a:t>CSS + JavaScript </a:t>
            </a:r>
            <a:r>
              <a:rPr lang="zh-TW" altLang="en-US" sz="1200" dirty="0"/>
              <a:t>動畫控制 </a:t>
            </a:r>
            <a:r>
              <a:rPr lang="en-US" altLang="zh-TW" sz="1200" dirty="0"/>
              <a:t>UI </a:t>
            </a:r>
            <a:r>
              <a:rPr lang="zh-TW" altLang="en-US" sz="1200" dirty="0"/>
              <a:t>各元素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`.combo-effect-flash`</a:t>
            </a:r>
            <a:r>
              <a:rPr lang="zh-TW" altLang="en-US" sz="1200" dirty="0"/>
              <a:t>、</a:t>
            </a:r>
            <a:r>
              <a:rPr lang="en-US" altLang="zh-TW" sz="1200" dirty="0"/>
              <a:t>`.canvas-border-glow` </a:t>
            </a:r>
            <a:r>
              <a:rPr lang="zh-TW" altLang="en-US" sz="1200" dirty="0"/>
              <a:t>等特效組合應用</a:t>
            </a:r>
          </a:p>
          <a:p>
            <a:pPr marL="36900" indent="0">
              <a:buNone/>
            </a:pPr>
            <a:r>
              <a:rPr lang="en-US" altLang="zh-TW" sz="1200" dirty="0"/>
              <a:t>- </a:t>
            </a:r>
            <a:r>
              <a:rPr lang="zh-TW" altLang="en-US" sz="1200" dirty="0"/>
              <a:t>🔄 </a:t>
            </a:r>
            <a:r>
              <a:rPr lang="en-US" altLang="zh-TW" sz="1200" dirty="0"/>
              <a:t>Fever </a:t>
            </a:r>
            <a:r>
              <a:rPr lang="zh-TW" altLang="en-US" sz="1200" dirty="0"/>
              <a:t>模式時觸發多層動畫：</a:t>
            </a:r>
          </a:p>
          <a:p>
            <a:pPr marL="36900" indent="0">
              <a:buNone/>
            </a:pPr>
            <a:r>
              <a:rPr lang="zh-TW" altLang="en-US" sz="1200" dirty="0"/>
              <a:t>  </a:t>
            </a:r>
            <a:r>
              <a:rPr lang="en-US" altLang="zh-TW" sz="1200" dirty="0"/>
              <a:t>- </a:t>
            </a:r>
            <a:r>
              <a:rPr lang="zh-TW" altLang="en-US" sz="1200" dirty="0"/>
              <a:t>背景脈衝 ➝ 按鍵閃爍 ➝ </a:t>
            </a:r>
            <a:r>
              <a:rPr lang="en-US" altLang="zh-TW" sz="1200" dirty="0"/>
              <a:t>Combo </a:t>
            </a:r>
            <a:r>
              <a:rPr lang="zh-TW" altLang="en-US" sz="1200" dirty="0"/>
              <a:t>閃光 ➝ 分數爆擊效果</a:t>
            </a:r>
            <a:endParaRPr lang="en-US" altLang="zh-TW" sz="1200" dirty="0"/>
          </a:p>
          <a:p>
            <a:pPr marL="36900" indent="0">
              <a:buNone/>
            </a:pPr>
            <a:endParaRPr lang="en-US" altLang="zh-TW" sz="1200" dirty="0"/>
          </a:p>
          <a:p>
            <a:pPr marL="36900" indent="0">
              <a:buNone/>
            </a:pPr>
            <a:r>
              <a:rPr lang="en-US" altLang="zh-TW" sz="1200" dirty="0"/>
              <a:t>## ✅ </a:t>
            </a:r>
            <a:r>
              <a:rPr lang="zh-TW" altLang="en-US" sz="1200" dirty="0"/>
              <a:t>小結</a:t>
            </a:r>
          </a:p>
          <a:p>
            <a:pPr marL="36900" indent="0">
              <a:buNone/>
            </a:pPr>
            <a:endParaRPr lang="zh-TW" altLang="en-US" sz="1200" dirty="0"/>
          </a:p>
          <a:p>
            <a:pPr marL="36900" indent="0">
              <a:buNone/>
            </a:pPr>
            <a:r>
              <a:rPr lang="en-US" altLang="zh-TW" sz="1200" dirty="0"/>
              <a:t>&gt; **</a:t>
            </a:r>
            <a:r>
              <a:rPr lang="zh-TW" altLang="en-US" sz="1200" dirty="0"/>
              <a:t>我們不只設計了 </a:t>
            </a:r>
            <a:r>
              <a:rPr lang="en-US" altLang="zh-TW" sz="1200" dirty="0"/>
              <a:t>UI</a:t>
            </a:r>
            <a:r>
              <a:rPr lang="zh-TW" altLang="en-US" sz="1200" dirty="0"/>
              <a:t>，而是設計了玩家的每一次「節奏體感」。**</a:t>
            </a:r>
          </a:p>
        </p:txBody>
      </p:sp>
    </p:spTree>
    <p:extLst>
      <p:ext uri="{BB962C8B-B14F-4D97-AF65-F5344CB8AC3E}">
        <p14:creationId xmlns:p14="http://schemas.microsoft.com/office/powerpoint/2010/main" val="73599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CEE8-F303-F968-20B5-8CB44675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1CB632-3EF4-37E0-7A42-E347543F7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621D9C-9B90-38A8-D010-E45BDDBA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遊戲體驗與操作互動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86E94FF-9120-E742-32A5-2964BB30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400" dirty="0"/>
              <a:t># </a:t>
            </a:r>
            <a:r>
              <a:rPr lang="zh-TW" altLang="en-US" sz="1400" dirty="0"/>
              <a:t>🕹️ 遊戲體驗與操作互動：打得爽、看得爽、聽得爽</a:t>
            </a:r>
          </a:p>
          <a:p>
            <a:endParaRPr lang="zh-TW" altLang="en-US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🧩 操作體感最佳化設計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🖐️ **五鍵打擊配置（</a:t>
            </a:r>
            <a:r>
              <a:rPr lang="en-US" altLang="zh-TW" sz="1400" dirty="0"/>
              <a:t>D / F / </a:t>
            </a:r>
            <a:r>
              <a:rPr lang="zh-TW" altLang="en-US" sz="1400" dirty="0"/>
              <a:t>空白鍵 </a:t>
            </a:r>
            <a:r>
              <a:rPr lang="en-US" altLang="zh-TW" sz="1400" dirty="0"/>
              <a:t>/ J / K</a:t>
            </a:r>
            <a:r>
              <a:rPr lang="zh-TW" altLang="en-US" sz="1400" dirty="0"/>
              <a:t>）**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左右手對稱分配＋中軸空白鍵設計，讓節奏流動更自然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🔔 **按鍵提示清晰**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UI </a:t>
            </a:r>
            <a:r>
              <a:rPr lang="zh-TW" altLang="en-US" sz="1400" dirty="0"/>
              <a:t>有閃爍提示線、下落音符方向與閃光對應鍵位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💥 **每次打擊都有實感回饋**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包含分數、音效、</a:t>
            </a:r>
            <a:r>
              <a:rPr lang="en-US" altLang="zh-TW" sz="1400" dirty="0"/>
              <a:t>Combo </a:t>
            </a:r>
            <a:r>
              <a:rPr lang="zh-TW" altLang="en-US" sz="1400" dirty="0"/>
              <a:t>數字跳動與特效（震動、光暈）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🧠 節奏體驗：從節拍到情緒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🎯 **擊中→得分→視覺→音效 → 情緒回饋完整**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🧠 **</a:t>
            </a:r>
            <a:r>
              <a:rPr lang="en-US" altLang="zh-TW" sz="1400" dirty="0"/>
              <a:t>Fever </a:t>
            </a:r>
            <a:r>
              <a:rPr lang="zh-TW" altLang="en-US" sz="1400" dirty="0"/>
              <a:t>模式是操作高潮設計**</a:t>
            </a:r>
          </a:p>
          <a:p>
            <a:r>
              <a:rPr lang="zh-TW" altLang="en-US" sz="1400" dirty="0"/>
              <a:t>  </a:t>
            </a:r>
            <a:r>
              <a:rPr lang="en-US" altLang="zh-TW" sz="1400" dirty="0"/>
              <a:t>- </a:t>
            </a:r>
            <a:r>
              <a:rPr lang="zh-TW" altLang="en-US" sz="1400" dirty="0"/>
              <a:t>節奏密度提升、視覺閃爍加強、分數加乘，玩家達成感爆表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📱 平台支援與操作門檻</a:t>
            </a:r>
          </a:p>
          <a:p>
            <a:endParaRPr lang="zh-TW" altLang="en-US" sz="1400" dirty="0"/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🖥️ 桌機：鍵盤操作（立即上手）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📱 手機：螢幕虛擬按鍵（響應式 </a:t>
            </a:r>
            <a:r>
              <a:rPr lang="en-US" altLang="zh-TW" sz="1400" dirty="0"/>
              <a:t>UI </a:t>
            </a:r>
            <a:r>
              <a:rPr lang="zh-TW" altLang="en-US" sz="1400" dirty="0"/>
              <a:t>自動適配）</a:t>
            </a:r>
          </a:p>
          <a:p>
            <a:r>
              <a:rPr lang="en-US" altLang="zh-TW" sz="1400" dirty="0"/>
              <a:t>- </a:t>
            </a:r>
            <a:r>
              <a:rPr lang="zh-TW" altLang="en-US" sz="1400" dirty="0"/>
              <a:t>🔗 瀏覽器即玩：**零安裝、即點即玩，五秒內進入節奏世界**</a:t>
            </a:r>
          </a:p>
          <a:p>
            <a:endParaRPr lang="zh-TW" altLang="en-US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</a:t>
            </a:r>
            <a:r>
              <a:rPr lang="zh-TW" altLang="en-US" sz="1400" dirty="0"/>
              <a:t>🎯 沉浸細節補強</a:t>
            </a:r>
          </a:p>
          <a:p>
            <a:endParaRPr lang="zh-TW" altLang="en-US" sz="1400" dirty="0"/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沉浸要素      </a:t>
            </a:r>
            <a:r>
              <a:rPr lang="en-US" altLang="zh-TW" sz="1400" dirty="0"/>
              <a:t>| </a:t>
            </a:r>
            <a:r>
              <a:rPr lang="zh-TW" altLang="en-US" sz="1400" dirty="0"/>
              <a:t>我們的做法                          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|---------------|-----------------------------------------------------------|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操作節奏感     </a:t>
            </a:r>
            <a:r>
              <a:rPr lang="en-US" altLang="zh-TW" sz="1400" dirty="0"/>
              <a:t>| </a:t>
            </a:r>
            <a:r>
              <a:rPr lang="zh-TW" altLang="en-US" sz="1400" dirty="0"/>
              <a:t>每個鍵位打下去的音效與光效立即回饋      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難度層級體驗感 </a:t>
            </a:r>
            <a:r>
              <a:rPr lang="en-US" altLang="zh-TW" sz="1400" dirty="0"/>
              <a:t>| </a:t>
            </a:r>
            <a:r>
              <a:rPr lang="zh-TW" altLang="en-US" sz="1400" dirty="0"/>
              <a:t>六階段難度＋節奏密度差異＋得分機制強化成就感           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節奏與視覺同步 </a:t>
            </a:r>
            <a:r>
              <a:rPr lang="en-US" altLang="zh-TW" sz="1400" dirty="0"/>
              <a:t>| Canvas </a:t>
            </a:r>
            <a:r>
              <a:rPr lang="zh-TW" altLang="en-US" sz="1400" dirty="0"/>
              <a:t>動畫、背景波動、音符落點速度皆對應 </a:t>
            </a:r>
            <a:r>
              <a:rPr lang="en-US" altLang="zh-TW" sz="1400" dirty="0"/>
              <a:t>BPM </a:t>
            </a:r>
            <a:r>
              <a:rPr lang="zh-TW" altLang="en-US" sz="1400" dirty="0"/>
              <a:t>與譜面設計         </a:t>
            </a:r>
            <a:r>
              <a:rPr lang="en-US" altLang="zh-TW" sz="1400" dirty="0"/>
              <a:t>|</a:t>
            </a:r>
          </a:p>
          <a:p>
            <a:r>
              <a:rPr lang="en-US" altLang="zh-TW" sz="1400" dirty="0"/>
              <a:t>| </a:t>
            </a:r>
            <a:r>
              <a:rPr lang="zh-TW" altLang="en-US" sz="1400" dirty="0"/>
              <a:t>玩家反應與心流 </a:t>
            </a:r>
            <a:r>
              <a:rPr lang="en-US" altLang="zh-TW" sz="1400" dirty="0"/>
              <a:t>| </a:t>
            </a:r>
            <a:r>
              <a:rPr lang="zh-TW" altLang="en-US" sz="1400" dirty="0"/>
              <a:t>完整體感曲線設計：從學習期（</a:t>
            </a:r>
            <a:r>
              <a:rPr lang="en-US" altLang="zh-TW" sz="1400" dirty="0"/>
              <a:t>Beginner</a:t>
            </a:r>
            <a:r>
              <a:rPr lang="zh-TW" altLang="en-US" sz="1400" dirty="0"/>
              <a:t>） → 流暢區 → 焦點挑戰 → 高潮爆發 </a:t>
            </a:r>
            <a:r>
              <a:rPr lang="en-US" altLang="zh-TW" sz="1400" dirty="0"/>
              <a:t>|</a:t>
            </a:r>
          </a:p>
          <a:p>
            <a:endParaRPr lang="en-US" altLang="zh-TW" sz="1400" dirty="0"/>
          </a:p>
          <a:p>
            <a:r>
              <a:rPr lang="en-US" altLang="zh-TW" sz="1400" dirty="0"/>
              <a:t>---</a:t>
            </a:r>
          </a:p>
          <a:p>
            <a:endParaRPr lang="en-US" altLang="zh-TW" sz="1400" dirty="0"/>
          </a:p>
          <a:p>
            <a:r>
              <a:rPr lang="en-US" altLang="zh-TW" sz="1400" dirty="0"/>
              <a:t>## ✅ </a:t>
            </a:r>
            <a:r>
              <a:rPr lang="zh-TW" altLang="en-US" sz="1400" dirty="0"/>
              <a:t>小結</a:t>
            </a:r>
          </a:p>
          <a:p>
            <a:endParaRPr lang="zh-TW" altLang="en-US" sz="1400" dirty="0"/>
          </a:p>
          <a:p>
            <a:r>
              <a:rPr lang="en-US" altLang="zh-TW" sz="1400" dirty="0"/>
              <a:t>&gt; **</a:t>
            </a:r>
            <a:r>
              <a:rPr lang="zh-TW" altLang="en-US" sz="1400" dirty="0"/>
              <a:t>我們用節奏、視覺與操作的多重同步，打造一場玩家「打完想再打一次」的沉浸節奏體驗。**</a:t>
            </a:r>
          </a:p>
        </p:txBody>
      </p:sp>
    </p:spTree>
    <p:extLst>
      <p:ext uri="{BB962C8B-B14F-4D97-AF65-F5344CB8AC3E}">
        <p14:creationId xmlns:p14="http://schemas.microsoft.com/office/powerpoint/2010/main" val="343888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FAA8-62F5-DE9A-BABD-D7D8C00F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DEE6962-44E8-921E-7629-E8562FB47E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590F491-5C92-3025-886A-839E8D137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n>
                  <a:solidFill>
                    <a:schemeClr val="accent3">
                      <a:lumMod val="20000"/>
                      <a:lumOff val="80000"/>
                      <a:alpha val="10000"/>
                    </a:schemeClr>
                  </a:solidFill>
                </a:ln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總結亮點與技術突破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9019031-BA84-25D8-2657-636AAC0D5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600" dirty="0"/>
              <a:t># </a:t>
            </a:r>
            <a:r>
              <a:rPr lang="zh-TW" altLang="en-US" sz="1600" dirty="0"/>
              <a:t>📈 總結亮點與技術突破：我們打造的不只是遊戲，而是一場節奏旅程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💎 作品亮點總覽</a:t>
            </a:r>
          </a:p>
          <a:p>
            <a:endParaRPr lang="zh-TW" altLang="en-US" sz="1600" dirty="0"/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🎮 **五鍵直覺式節奏玩法**：簡單好上手，節奏層次豐富、擊打成就感強烈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🌌 **完整世界觀 </a:t>
            </a:r>
            <a:r>
              <a:rPr lang="en-US" altLang="zh-TW" sz="1600" dirty="0"/>
              <a:t>+ </a:t>
            </a:r>
            <a:r>
              <a:rPr lang="zh-TW" altLang="en-US" sz="1600" dirty="0"/>
              <a:t>關卡系統**：六關難度對應命運主題，</a:t>
            </a:r>
            <a:r>
              <a:rPr lang="en-US" altLang="zh-TW" sz="1600" dirty="0"/>
              <a:t>Fate Mode </a:t>
            </a:r>
            <a:r>
              <a:rPr lang="zh-TW" altLang="en-US" sz="1600" dirty="0"/>
              <a:t>創造挑戰動機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🎨 **霓虹風格 </a:t>
            </a:r>
            <a:r>
              <a:rPr lang="en-US" altLang="zh-TW" sz="1600" dirty="0"/>
              <a:t>UI + </a:t>
            </a:r>
            <a:r>
              <a:rPr lang="zh-TW" altLang="en-US" sz="1600" dirty="0"/>
              <a:t>多層動畫特效**：視覺統一性高，操作回饋明確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🔊 **音效與操作完全同步**：打擊、分數、</a:t>
            </a:r>
            <a:r>
              <a:rPr lang="en-US" altLang="zh-TW" sz="1600" dirty="0"/>
              <a:t>Combo </a:t>
            </a:r>
            <a:r>
              <a:rPr lang="zh-TW" altLang="en-US" sz="1600" dirty="0"/>
              <a:t>音效連動，音視合一沉浸感</a:t>
            </a:r>
          </a:p>
          <a:p>
            <a:r>
              <a:rPr lang="en-US" altLang="zh-TW" sz="1600" dirty="0"/>
              <a:t>- </a:t>
            </a:r>
            <a:r>
              <a:rPr lang="zh-TW" altLang="en-US" sz="1600" dirty="0"/>
              <a:t>🧑‍💻 **全平台可即玩設計**：無安裝、跨裝置支援（電腦 </a:t>
            </a:r>
            <a:r>
              <a:rPr lang="en-US" altLang="zh-TW" sz="1600" dirty="0"/>
              <a:t>/ </a:t>
            </a:r>
            <a:r>
              <a:rPr lang="zh-TW" altLang="en-US" sz="1600" dirty="0"/>
              <a:t>手機），入口無阻礙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🔧 技術挑戰與解決方案</a:t>
            </a:r>
          </a:p>
          <a:p>
            <a:endParaRPr lang="zh-TW" altLang="en-US" sz="1600" dirty="0"/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技術難題             </a:t>
            </a:r>
            <a:r>
              <a:rPr lang="en-US" altLang="zh-TW" sz="1600" dirty="0"/>
              <a:t>| </a:t>
            </a:r>
            <a:r>
              <a:rPr lang="zh-TW" altLang="en-US" sz="1600" dirty="0"/>
              <a:t>解法說明                                              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|----------------------|-----------------------------------------------------------------------|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🎯 節奏判定不穩       </a:t>
            </a:r>
            <a:r>
              <a:rPr lang="en-US" altLang="zh-TW" sz="1600" dirty="0"/>
              <a:t>| </a:t>
            </a:r>
            <a:r>
              <a:rPr lang="zh-TW" altLang="en-US" sz="1600" dirty="0"/>
              <a:t>重構 </a:t>
            </a:r>
            <a:r>
              <a:rPr lang="en-US" altLang="zh-TW" sz="1600" dirty="0"/>
              <a:t>`judgment.js`</a:t>
            </a:r>
            <a:r>
              <a:rPr lang="zh-TW" altLang="en-US" sz="1600" dirty="0"/>
              <a:t>，使用高精度 </a:t>
            </a:r>
            <a:r>
              <a:rPr lang="en-US" altLang="zh-TW" sz="1600" dirty="0"/>
              <a:t>`</a:t>
            </a:r>
            <a:r>
              <a:rPr lang="en-US" altLang="zh-TW" sz="1600" dirty="0" err="1"/>
              <a:t>currentTime</a:t>
            </a:r>
            <a:r>
              <a:rPr lang="en-US" altLang="zh-TW" sz="1600" dirty="0"/>
              <a:t>` </a:t>
            </a:r>
            <a:r>
              <a:rPr lang="zh-TW" altLang="en-US" sz="1600" dirty="0"/>
              <a:t>比對擊打時間與畫布座標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🧩 畫面變形、梯形錯覺 </a:t>
            </a:r>
            <a:r>
              <a:rPr lang="en-US" altLang="zh-TW" sz="1600" dirty="0"/>
              <a:t>| </a:t>
            </a:r>
            <a:r>
              <a:rPr lang="zh-TW" altLang="en-US" sz="1600" dirty="0"/>
              <a:t>透過 </a:t>
            </a:r>
            <a:r>
              <a:rPr lang="en-US" altLang="zh-TW" sz="1600" dirty="0"/>
              <a:t>CSS `clip-path + transform` </a:t>
            </a:r>
            <a:r>
              <a:rPr lang="zh-TW" altLang="en-US" sz="1600" dirty="0"/>
              <a:t>搭配 </a:t>
            </a:r>
            <a:r>
              <a:rPr lang="en-US" altLang="zh-TW" sz="1600" dirty="0"/>
              <a:t>Canvas </a:t>
            </a:r>
            <a:r>
              <a:rPr lang="zh-TW" altLang="en-US" sz="1600" dirty="0"/>
              <a:t>重算座標避免變形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⚙️ UI </a:t>
            </a:r>
            <a:r>
              <a:rPr lang="zh-TW" altLang="en-US" sz="1600" dirty="0"/>
              <a:t>動畫不同步     </a:t>
            </a:r>
            <a:r>
              <a:rPr lang="en-US" altLang="zh-TW" sz="1600" dirty="0"/>
              <a:t>| </a:t>
            </a:r>
            <a:r>
              <a:rPr lang="zh-TW" altLang="en-US" sz="1600" dirty="0"/>
              <a:t>將 </a:t>
            </a:r>
            <a:r>
              <a:rPr lang="en-US" altLang="zh-TW" sz="1600" dirty="0"/>
              <a:t>Combo / Fever / </a:t>
            </a:r>
            <a:r>
              <a:rPr lang="zh-TW" altLang="en-US" sz="1600" dirty="0"/>
              <a:t>鍵位動畫邏輯重寫為統一控制函式，保證觸發條件與視覺一致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🧠 </a:t>
            </a:r>
            <a:r>
              <a:rPr lang="en-US" altLang="zh-TW" sz="1600" dirty="0"/>
              <a:t>Mobile </a:t>
            </a:r>
            <a:r>
              <a:rPr lang="zh-TW" altLang="en-US" sz="1600" dirty="0"/>
              <a:t>適應問題   </a:t>
            </a:r>
            <a:r>
              <a:rPr lang="en-US" altLang="zh-TW" sz="1600" dirty="0"/>
              <a:t>| </a:t>
            </a:r>
            <a:r>
              <a:rPr lang="zh-TW" altLang="en-US" sz="1600" dirty="0"/>
              <a:t>引入響應式設計與簡化鍵位配置，保障手機端觸控體驗與桌機一致                     </a:t>
            </a:r>
            <a:r>
              <a:rPr lang="en-US" altLang="zh-TW" sz="1600" dirty="0"/>
              <a:t>|</a:t>
            </a:r>
          </a:p>
          <a:p>
            <a:r>
              <a:rPr lang="en-US" altLang="zh-TW" sz="1600" dirty="0"/>
              <a:t>| </a:t>
            </a:r>
            <a:r>
              <a:rPr lang="zh-TW" altLang="en-US" sz="1600" dirty="0"/>
              <a:t>🔐 長音與滑動符號延遲 </a:t>
            </a:r>
            <a:r>
              <a:rPr lang="en-US" altLang="zh-TW" sz="1600" dirty="0"/>
              <a:t>| </a:t>
            </a:r>
            <a:r>
              <a:rPr lang="zh-TW" altLang="en-US" sz="1600" dirty="0"/>
              <a:t>決定簡化設計路徑，專注於短音擊打流暢性，提升打擊爽感與程式穩定度               </a:t>
            </a:r>
            <a:r>
              <a:rPr lang="en-US" altLang="zh-TW" sz="1600" dirty="0"/>
              <a:t>|</a:t>
            </a:r>
          </a:p>
          <a:p>
            <a:endParaRPr lang="en-US" altLang="zh-TW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📣 我們的承諾與精神</a:t>
            </a:r>
          </a:p>
          <a:p>
            <a:endParaRPr lang="zh-TW" altLang="en-US" sz="1600" dirty="0"/>
          </a:p>
          <a:p>
            <a:r>
              <a:rPr lang="en-US" altLang="zh-TW" sz="1600" dirty="0"/>
              <a:t>&gt; **</a:t>
            </a:r>
            <a:r>
              <a:rPr lang="zh-TW" altLang="en-US" sz="1600" dirty="0"/>
              <a:t>我們從不是為了展示功能而製作，而是用創意與技術**  </a:t>
            </a:r>
          </a:p>
          <a:p>
            <a:r>
              <a:rPr lang="en-US" altLang="zh-TW" sz="1600" dirty="0"/>
              <a:t>&gt; **</a:t>
            </a:r>
            <a:r>
              <a:rPr lang="zh-TW" altLang="en-US" sz="1600" dirty="0"/>
              <a:t>打造一款真正能被玩家「聽見、看見、打進節奏心流」的遊戲。**</a:t>
            </a:r>
          </a:p>
          <a:p>
            <a:endParaRPr lang="zh-TW" altLang="en-US" sz="1600" dirty="0"/>
          </a:p>
          <a:p>
            <a:r>
              <a:rPr lang="en-US" altLang="zh-TW" sz="1600" dirty="0"/>
              <a:t>---</a:t>
            </a:r>
          </a:p>
          <a:p>
            <a:endParaRPr lang="en-US" altLang="zh-TW" sz="1600" dirty="0"/>
          </a:p>
          <a:p>
            <a:r>
              <a:rPr lang="en-US" altLang="zh-TW" sz="1600" dirty="0"/>
              <a:t>## </a:t>
            </a:r>
            <a:r>
              <a:rPr lang="zh-TW" altLang="en-US" sz="1600" dirty="0"/>
              <a:t>🎯 </a:t>
            </a:r>
            <a:r>
              <a:rPr lang="en-US" altLang="zh-TW" sz="1600" dirty="0"/>
              <a:t>Ready to challenge your Fate?</a:t>
            </a:r>
          </a:p>
          <a:p>
            <a:endParaRPr lang="en-US" altLang="zh-TW" sz="1600" dirty="0"/>
          </a:p>
          <a:p>
            <a:r>
              <a:rPr lang="en-US" altLang="zh-TW" sz="1600" dirty="0"/>
              <a:t>✨ **Fate Keys </a:t>
            </a:r>
            <a:r>
              <a:rPr lang="zh-TW" altLang="en-US" sz="1600" dirty="0"/>
              <a:t>命運節奏，等你進入下一拍。**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59292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1_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2_石板">
  <a:themeElements>
    <a:clrScheme name="Fate Keys">
      <a:dk1>
        <a:srgbClr val="0A0A1A"/>
      </a:dk1>
      <a:lt1>
        <a:srgbClr val="FFFFFF"/>
      </a:lt1>
      <a:dk2>
        <a:srgbClr val="1C1C80"/>
      </a:dk2>
      <a:lt2>
        <a:srgbClr val="D0F9FF"/>
      </a:lt2>
      <a:accent1>
        <a:srgbClr val="00FFE0"/>
      </a:accent1>
      <a:accent2>
        <a:srgbClr val="FF00FF"/>
      </a:accent2>
      <a:accent3>
        <a:srgbClr val="FFE066"/>
      </a:accent3>
      <a:accent4>
        <a:srgbClr val="4ECDC4"/>
      </a:accent4>
      <a:accent5>
        <a:srgbClr val="FF6F91"/>
      </a:accent5>
      <a:accent6>
        <a:srgbClr val="0D0E52"/>
      </a:accent6>
      <a:hlink>
        <a:srgbClr val="00BFFF"/>
      </a:hlink>
      <a:folHlink>
        <a:srgbClr val="8A2BE2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佈景主題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96</TotalTime>
  <Words>1863</Words>
  <Application>Microsoft Office PowerPoint</Application>
  <PresentationFormat>寬螢幕</PresentationFormat>
  <Paragraphs>205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Aptos</vt:lpstr>
      <vt:lpstr>Calisto MT</vt:lpstr>
      <vt:lpstr>Wingdings 2</vt:lpstr>
      <vt:lpstr>石板</vt:lpstr>
      <vt:lpstr>1_石板</vt:lpstr>
      <vt:lpstr>2_石板</vt:lpstr>
      <vt:lpstr>PowerPoint 簡報</vt:lpstr>
      <vt:lpstr>作品介紹：Fate Keys 命運節奏</vt:lpstr>
      <vt:lpstr>發想初衷與開發歷程</vt:lpstr>
      <vt:lpstr>玩法設計亮點</vt:lpstr>
      <vt:lpstr>世界觀與劇情設計</vt:lpstr>
      <vt:lpstr>UI 視覺與音效動態設計</vt:lpstr>
      <vt:lpstr>遊戲體驗與操作互動</vt:lpstr>
      <vt:lpstr>總結亮點與技術突破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PeterYS Wang ( 王祐昇 )</cp:lastModifiedBy>
  <cp:revision>1</cp:revision>
  <dcterms:modified xsi:type="dcterms:W3CDTF">2025-07-28T12:29:56Z</dcterms:modified>
</cp:coreProperties>
</file>