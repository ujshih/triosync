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6" r:id="rId1"/>
    <p:sldMasterId id="2147483694" r:id="rId2"/>
    <p:sldMasterId id="2147483712" r:id="rId3"/>
  </p:sldMasterIdLst>
  <p:notesMasterIdLst>
    <p:notesMasterId r:id="rId19"/>
  </p:notesMasterIdLst>
  <p:sldIdLst>
    <p:sldId id="256" r:id="rId4"/>
    <p:sldId id="258" r:id="rId5"/>
    <p:sldId id="263" r:id="rId6"/>
    <p:sldId id="257" r:id="rId7"/>
    <p:sldId id="270" r:id="rId8"/>
    <p:sldId id="264" r:id="rId9"/>
    <p:sldId id="265" r:id="rId10"/>
    <p:sldId id="259" r:id="rId11"/>
    <p:sldId id="261" r:id="rId12"/>
    <p:sldId id="262" r:id="rId13"/>
    <p:sldId id="267" r:id="rId14"/>
    <p:sldId id="268" r:id="rId15"/>
    <p:sldId id="260" r:id="rId16"/>
    <p:sldId id="266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3C6"/>
    <a:srgbClr val="05F7F4"/>
    <a:srgbClr val="A5188D"/>
    <a:srgbClr val="6C2DC7"/>
    <a:srgbClr val="0A0A1A"/>
    <a:srgbClr val="00102A"/>
    <a:srgbClr val="00112E"/>
    <a:srgbClr val="0019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446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YS Wang ( 王祐昇 )" userId="63fe4c72-2474-49af-92cc-bebd7186bb53" providerId="ADAL" clId="{B848C230-433E-4ED5-9897-26D2EFD50ABB}"/>
    <pc:docChg chg="undo custSel addSld modSld modMainMaster">
      <pc:chgData name="PeterYS Wang ( 王祐昇 )" userId="63fe4c72-2474-49af-92cc-bebd7186bb53" providerId="ADAL" clId="{B848C230-433E-4ED5-9897-26D2EFD50ABB}" dt="2025-07-22T13:12:18.903" v="546" actId="167"/>
      <pc:docMkLst>
        <pc:docMk/>
      </pc:docMkLst>
      <pc:sldChg chg="addSp delSp modSp mod modTransition setBg">
        <pc:chgData name="PeterYS Wang ( 王祐昇 )" userId="63fe4c72-2474-49af-92cc-bebd7186bb53" providerId="ADAL" clId="{B848C230-433E-4ED5-9897-26D2EFD50ABB}" dt="2025-07-22T13:12:18.903" v="546" actId="167"/>
        <pc:sldMkLst>
          <pc:docMk/>
          <pc:sldMk cId="0" sldId="256"/>
        </pc:sldMkLst>
        <pc:spChg chg="add mod">
          <ac:chgData name="PeterYS Wang ( 王祐昇 )" userId="63fe4c72-2474-49af-92cc-bebd7186bb53" providerId="ADAL" clId="{B848C230-433E-4ED5-9897-26D2EFD50ABB}" dt="2025-07-22T13:00:52.219" v="336" actId="207"/>
          <ac:spMkLst>
            <pc:docMk/>
            <pc:sldMk cId="0" sldId="256"/>
            <ac:spMk id="4" creationId="{4160B03C-F266-7E55-F466-EA81721C7E82}"/>
          </ac:spMkLst>
        </pc:spChg>
        <pc:spChg chg="mod">
          <ac:chgData name="PeterYS Wang ( 王祐昇 )" userId="63fe4c72-2474-49af-92cc-bebd7186bb53" providerId="ADAL" clId="{B848C230-433E-4ED5-9897-26D2EFD50ABB}" dt="2025-07-22T13:01:09.439" v="338" actId="1076"/>
          <ac:spMkLst>
            <pc:docMk/>
            <pc:sldMk cId="0" sldId="256"/>
            <ac:spMk id="95" creationId="{00000000-0000-0000-0000-000000000000}"/>
          </ac:spMkLst>
        </pc:spChg>
        <pc:picChg chg="add mod ord">
          <ac:chgData name="PeterYS Wang ( 王祐昇 )" userId="63fe4c72-2474-49af-92cc-bebd7186bb53" providerId="ADAL" clId="{B848C230-433E-4ED5-9897-26D2EFD50ABB}" dt="2025-07-22T13:12:18.903" v="546" actId="167"/>
          <ac:picMkLst>
            <pc:docMk/>
            <pc:sldMk cId="0" sldId="256"/>
            <ac:picMk id="7" creationId="{74C94EEE-F8BF-4461-65F1-F998E2D1A854}"/>
          </ac:picMkLst>
        </pc:picChg>
      </pc:sldChg>
      <pc:sldChg chg="addSp modSp new mod">
        <pc:chgData name="PeterYS Wang ( 王祐昇 )" userId="63fe4c72-2474-49af-92cc-bebd7186bb53" providerId="ADAL" clId="{B848C230-433E-4ED5-9897-26D2EFD50ABB}" dt="2025-07-22T13:10:57.457" v="541" actId="14100"/>
        <pc:sldMkLst>
          <pc:docMk/>
          <pc:sldMk cId="1323424905" sldId="257"/>
        </pc:sldMkLst>
        <pc:spChg chg="mod">
          <ac:chgData name="PeterYS Wang ( 王祐昇 )" userId="63fe4c72-2474-49af-92cc-bebd7186bb53" providerId="ADAL" clId="{B848C230-433E-4ED5-9897-26D2EFD50ABB}" dt="2025-07-22T13:01:34.502" v="340"/>
          <ac:spMkLst>
            <pc:docMk/>
            <pc:sldMk cId="1323424905" sldId="257"/>
            <ac:spMk id="2" creationId="{F5CB211F-88E4-E285-C678-BA2436617E8A}"/>
          </ac:spMkLst>
        </pc:spChg>
        <pc:spChg chg="add mod ord">
          <ac:chgData name="PeterYS Wang ( 王祐昇 )" userId="63fe4c72-2474-49af-92cc-bebd7186bb53" providerId="ADAL" clId="{B848C230-433E-4ED5-9897-26D2EFD50ABB}" dt="2025-07-22T13:10:11.863" v="527" actId="1076"/>
          <ac:spMkLst>
            <pc:docMk/>
            <pc:sldMk cId="1323424905" sldId="257"/>
            <ac:spMk id="5" creationId="{5391A395-66DA-4812-141F-A8B268DF9C48}"/>
          </ac:spMkLst>
        </pc:spChg>
      </pc:sldChg>
      <pc:sldMasterChg chg="modSldLayout">
        <pc:chgData name="PeterYS Wang ( 王祐昇 )" userId="63fe4c72-2474-49af-92cc-bebd7186bb53" providerId="ADAL" clId="{B848C230-433E-4ED5-9897-26D2EFD50ABB}" dt="2025-07-22T12:10:37.278" v="0" actId="735"/>
        <pc:sldMasterMkLst>
          <pc:docMk/>
          <pc:sldMasterMk cId="0" sldId="2147483648"/>
        </pc:sldMasterMkLst>
        <pc:sldLayoutChg chg="modSp">
          <pc:chgData name="PeterYS Wang ( 王祐昇 )" userId="63fe4c72-2474-49af-92cc-bebd7186bb53" providerId="ADAL" clId="{B848C230-433E-4ED5-9897-26D2EFD50ABB}" dt="2025-07-22T12:10:37.278" v="0" actId="735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modSp">
        <pc:chgData name="PeterYS Wang ( 王祐昇 )" userId="63fe4c72-2474-49af-92cc-bebd7186bb53" providerId="ADAL" clId="{B848C230-433E-4ED5-9897-26D2EFD50ABB}" dt="2025-07-22T12:15:48.847" v="1" actId="735"/>
        <pc:sldMasterMkLst>
          <pc:docMk/>
          <pc:sldMasterMk cId="760133609" sldId="2147483658"/>
        </pc:sldMasterMkLst>
      </pc:sldMasterChg>
      <pc:sldMasterChg chg="addSp delSp modSp mod setBg modSldLayout">
        <pc:chgData name="PeterYS Wang ( 王祐昇 )" userId="63fe4c72-2474-49af-92cc-bebd7186bb53" providerId="ADAL" clId="{B848C230-433E-4ED5-9897-26D2EFD50ABB}" dt="2025-07-22T13:00:42.994" v="335"/>
        <pc:sldMasterMkLst>
          <pc:docMk/>
          <pc:sldMasterMk cId="151705420" sldId="2147483676"/>
        </pc:sldMasterMkLst>
        <pc:spChg chg="ord">
          <ac:chgData name="PeterYS Wang ( 王祐昇 )" userId="63fe4c72-2474-49af-92cc-bebd7186bb53" providerId="ADAL" clId="{B848C230-433E-4ED5-9897-26D2EFD50ABB}" dt="2025-07-22T12:43:35.644" v="132" actId="167"/>
          <ac:spMkLst>
            <pc:docMk/>
            <pc:sldMasterMk cId="151705420" sldId="2147483676"/>
            <ac:spMk id="2" creationId="{00000000-0000-0000-0000-000000000000}"/>
          </ac:spMkLst>
        </pc:spChg>
        <pc:spChg chg="add mod">
          <ac:chgData name="PeterYS Wang ( 王祐昇 )" userId="63fe4c72-2474-49af-92cc-bebd7186bb53" providerId="ADAL" clId="{B848C230-433E-4ED5-9897-26D2EFD50ABB}" dt="2025-07-22T12:50:33.363" v="180" actId="1582"/>
          <ac:spMkLst>
            <pc:docMk/>
            <pc:sldMasterMk cId="151705420" sldId="2147483676"/>
            <ac:spMk id="13" creationId="{D1BAD399-AE87-DF99-BDA0-93CFAB1BB432}"/>
          </ac:spMkLst>
        </pc:spChg>
        <pc:spChg chg="add mod">
          <ac:chgData name="PeterYS Wang ( 王祐昇 )" userId="63fe4c72-2474-49af-92cc-bebd7186bb53" providerId="ADAL" clId="{B848C230-433E-4ED5-9897-26D2EFD50ABB}" dt="2025-07-22T12:54:14.018" v="270" actId="1076"/>
          <ac:spMkLst>
            <pc:docMk/>
            <pc:sldMasterMk cId="151705420" sldId="2147483676"/>
            <ac:spMk id="15" creationId="{BE600E76-DD42-EAD7-36B6-B9AB56351D1F}"/>
          </ac:spMkLst>
        </pc:spChg>
        <pc:spChg chg="add mod">
          <ac:chgData name="PeterYS Wang ( 王祐昇 )" userId="63fe4c72-2474-49af-92cc-bebd7186bb53" providerId="ADAL" clId="{B848C230-433E-4ED5-9897-26D2EFD50ABB}" dt="2025-07-22T12:52:58.691" v="257" actId="1076"/>
          <ac:spMkLst>
            <pc:docMk/>
            <pc:sldMasterMk cId="151705420" sldId="2147483676"/>
            <ac:spMk id="16" creationId="{FA9D3CE0-D5AD-AA06-5FC2-656A0CB2D08C}"/>
          </ac:spMkLst>
        </pc:spChg>
        <pc:grpChg chg="add mod">
          <ac:chgData name="PeterYS Wang ( 王祐昇 )" userId="63fe4c72-2474-49af-92cc-bebd7186bb53" providerId="ADAL" clId="{B848C230-433E-4ED5-9897-26D2EFD50ABB}" dt="2025-07-22T12:56:26.678" v="306" actId="1076"/>
          <ac:grpSpMkLst>
            <pc:docMk/>
            <pc:sldMasterMk cId="151705420" sldId="2147483676"/>
            <ac:grpSpMk id="26" creationId="{FC018602-69F2-C989-4879-23EE1B61CCBE}"/>
          </ac:grpSpMkLst>
        </pc:grpChg>
        <pc:picChg chg="add mod modCrop">
          <ac:chgData name="PeterYS Wang ( 王祐昇 )" userId="63fe4c72-2474-49af-92cc-bebd7186bb53" providerId="ADAL" clId="{B848C230-433E-4ED5-9897-26D2EFD50ABB}" dt="2025-07-22T12:54:17.780" v="271" actId="1076"/>
          <ac:picMkLst>
            <pc:docMk/>
            <pc:sldMasterMk cId="151705420" sldId="2147483676"/>
            <ac:picMk id="18" creationId="{6BDD800E-0578-5556-6A52-BB838FEC19C8}"/>
          </ac:picMkLst>
        </pc:picChg>
        <pc:picChg chg="add mod modCrop">
          <ac:chgData name="PeterYS Wang ( 王祐昇 )" userId="63fe4c72-2474-49af-92cc-bebd7186bb53" providerId="ADAL" clId="{B848C230-433E-4ED5-9897-26D2EFD50ABB}" dt="2025-07-22T12:56:21.662" v="303" actId="164"/>
          <ac:picMkLst>
            <pc:docMk/>
            <pc:sldMasterMk cId="151705420" sldId="2147483676"/>
            <ac:picMk id="22" creationId="{BD225586-26B1-B3A0-8BA1-54EA7A760FDE}"/>
          </ac:picMkLst>
        </pc:picChg>
        <pc:picChg chg="add mod modCrop">
          <ac:chgData name="PeterYS Wang ( 王祐昇 )" userId="63fe4c72-2474-49af-92cc-bebd7186bb53" providerId="ADAL" clId="{B848C230-433E-4ED5-9897-26D2EFD50ABB}" dt="2025-07-22T12:56:21.662" v="303" actId="164"/>
          <ac:picMkLst>
            <pc:docMk/>
            <pc:sldMasterMk cId="151705420" sldId="2147483676"/>
            <ac:picMk id="23" creationId="{1A7ACCBD-2AB8-3218-85BD-ADE3F9290F27}"/>
          </ac:picMkLst>
        </pc:picChg>
        <pc:picChg chg="add mod modCrop">
          <ac:chgData name="PeterYS Wang ( 王祐昇 )" userId="63fe4c72-2474-49af-92cc-bebd7186bb53" providerId="ADAL" clId="{B848C230-433E-4ED5-9897-26D2EFD50ABB}" dt="2025-07-22T12:56:21.662" v="303" actId="164"/>
          <ac:picMkLst>
            <pc:docMk/>
            <pc:sldMasterMk cId="151705420" sldId="2147483676"/>
            <ac:picMk id="24" creationId="{AADC7179-F641-7D05-7641-A192238B4769}"/>
          </ac:picMkLst>
        </pc:pic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1813545836" sldId="2147483677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583033567" sldId="2147483678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1494409841" sldId="2147483679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3490693160" sldId="2147483680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2205888194" sldId="2147483681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3525210147" sldId="2147483682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2197412898" sldId="2147483683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1039824918" sldId="2147483684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3057537260" sldId="2147483685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272158621" sldId="2147483686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169768003" sldId="2147483687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166653496" sldId="2147483688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4056433765" sldId="2147483689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3643350098" sldId="2147483690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3782016950" sldId="2147483691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3626305004" sldId="2147483692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1033110388" sldId="2147483693"/>
          </pc:sldLayoutMkLst>
        </pc:sldLayoutChg>
      </pc:sldMasterChg>
    </pc:docChg>
  </pc:docChgLst>
  <pc:docChgLst>
    <pc:chgData name="PeterYS Wang ( 王祐昇 )" userId="63fe4c72-2474-49af-92cc-bebd7186bb53" providerId="ADAL" clId="{99929B72-853B-4287-BEA5-0F71ED73385C}"/>
    <pc:docChg chg="undo redo custSel addSld delSld modSld sldOrd modMainMaster">
      <pc:chgData name="PeterYS Wang ( 王祐昇 )" userId="63fe4c72-2474-49af-92cc-bebd7186bb53" providerId="ADAL" clId="{99929B72-853B-4287-BEA5-0F71ED73385C}" dt="2025-07-30T10:58:33.005" v="1214" actId="20577"/>
      <pc:docMkLst>
        <pc:docMk/>
      </pc:docMkLst>
      <pc:sldChg chg="addSp modSp mod modAnim">
        <pc:chgData name="PeterYS Wang ( 王祐昇 )" userId="63fe4c72-2474-49af-92cc-bebd7186bb53" providerId="ADAL" clId="{99929B72-853B-4287-BEA5-0F71ED73385C}" dt="2025-07-30T06:44:19.403" v="828" actId="1076"/>
        <pc:sldMkLst>
          <pc:docMk/>
          <pc:sldMk cId="0" sldId="256"/>
        </pc:sldMkLst>
        <pc:picChg chg="add mod">
          <ac:chgData name="PeterYS Wang ( 王祐昇 )" userId="63fe4c72-2474-49af-92cc-bebd7186bb53" providerId="ADAL" clId="{99929B72-853B-4287-BEA5-0F71ED73385C}" dt="2025-07-30T06:44:19.403" v="828" actId="1076"/>
          <ac:picMkLst>
            <pc:docMk/>
            <pc:sldMk cId="0" sldId="256"/>
            <ac:picMk id="6" creationId="{F421AEF2-BC4D-562B-EC76-735678FD664F}"/>
          </ac:picMkLst>
        </pc:picChg>
        <pc:picChg chg="mod modCrop">
          <ac:chgData name="PeterYS Wang ( 王祐昇 )" userId="63fe4c72-2474-49af-92cc-bebd7186bb53" providerId="ADAL" clId="{99929B72-853B-4287-BEA5-0F71ED73385C}" dt="2025-07-28T12:22:52.349" v="731" actId="732"/>
          <ac:picMkLst>
            <pc:docMk/>
            <pc:sldMk cId="0" sldId="256"/>
            <ac:picMk id="7" creationId="{74C94EEE-F8BF-4461-65F1-F998E2D1A854}"/>
          </ac:picMkLst>
        </pc:picChg>
      </pc:sldChg>
      <pc:sldChg chg="addSp delSp modSp mod">
        <pc:chgData name="PeterYS Wang ( 王祐昇 )" userId="63fe4c72-2474-49af-92cc-bebd7186bb53" providerId="ADAL" clId="{99929B72-853B-4287-BEA5-0F71ED73385C}" dt="2025-07-28T12:27:05.080" v="773"/>
        <pc:sldMkLst>
          <pc:docMk/>
          <pc:sldMk cId="1323424905" sldId="257"/>
        </pc:sldMkLst>
        <pc:spChg chg="mod">
          <ac:chgData name="PeterYS Wang ( 王祐昇 )" userId="63fe4c72-2474-49af-92cc-bebd7186bb53" providerId="ADAL" clId="{99929B72-853B-4287-BEA5-0F71ED73385C}" dt="2025-07-28T11:34:16.200" v="190"/>
          <ac:spMkLst>
            <pc:docMk/>
            <pc:sldMk cId="1323424905" sldId="257"/>
            <ac:spMk id="2" creationId="{F5CB211F-88E4-E285-C678-BA2436617E8A}"/>
          </ac:spMkLst>
        </pc:spChg>
        <pc:spChg chg="add mod">
          <ac:chgData name="PeterYS Wang ( 王祐昇 )" userId="63fe4c72-2474-49af-92cc-bebd7186bb53" providerId="ADAL" clId="{99929B72-853B-4287-BEA5-0F71ED73385C}" dt="2025-07-28T12:27:05.080" v="773"/>
          <ac:spMkLst>
            <pc:docMk/>
            <pc:sldMk cId="1323424905" sldId="257"/>
            <ac:spMk id="10" creationId="{40278BF3-0F39-B84D-ACA9-A7AE788B0D23}"/>
          </ac:spMkLst>
        </pc:spChg>
      </pc:sldChg>
      <pc:sldChg chg="addSp delSp modSp add del mod ord delAnim modAnim">
        <pc:chgData name="PeterYS Wang ( 王祐昇 )" userId="63fe4c72-2474-49af-92cc-bebd7186bb53" providerId="ADAL" clId="{99929B72-853B-4287-BEA5-0F71ED73385C}" dt="2025-07-30T06:41:21.977" v="824" actId="21"/>
        <pc:sldMkLst>
          <pc:docMk/>
          <pc:sldMk cId="4147215681" sldId="258"/>
        </pc:sldMkLst>
        <pc:spChg chg="mod">
          <ac:chgData name="PeterYS Wang ( 王祐昇 )" userId="63fe4c72-2474-49af-92cc-bebd7186bb53" providerId="ADAL" clId="{99929B72-853B-4287-BEA5-0F71ED73385C}" dt="2025-07-28T12:21:49.601" v="730" actId="20577"/>
          <ac:spMkLst>
            <pc:docMk/>
            <pc:sldMk cId="4147215681" sldId="258"/>
            <ac:spMk id="4" creationId="{0B920094-D021-05DC-2E4E-5C34421CB239}"/>
          </ac:spMkLst>
        </pc:spChg>
        <pc:picChg chg="add del mod">
          <ac:chgData name="PeterYS Wang ( 王祐昇 )" userId="63fe4c72-2474-49af-92cc-bebd7186bb53" providerId="ADAL" clId="{99929B72-853B-4287-BEA5-0F71ED73385C}" dt="2025-07-30T06:41:21.977" v="824" actId="21"/>
          <ac:picMkLst>
            <pc:docMk/>
            <pc:sldMk cId="4147215681" sldId="258"/>
            <ac:picMk id="6" creationId="{F421AEF2-BC4D-562B-EC76-735678FD664F}"/>
          </ac:picMkLst>
        </pc:picChg>
      </pc:sldChg>
      <pc:sldChg chg="addSp delSp modSp add mod">
        <pc:chgData name="PeterYS Wang ( 王祐昇 )" userId="63fe4c72-2474-49af-92cc-bebd7186bb53" providerId="ADAL" clId="{99929B72-853B-4287-BEA5-0F71ED73385C}" dt="2025-07-28T12:26:40.344" v="770"/>
        <pc:sldMkLst>
          <pc:docMk/>
          <pc:sldMk cId="3990170836" sldId="259"/>
        </pc:sldMkLst>
        <pc:spChg chg="mod">
          <ac:chgData name="PeterYS Wang ( 王祐昇 )" userId="63fe4c72-2474-49af-92cc-bebd7186bb53" providerId="ADAL" clId="{99929B72-853B-4287-BEA5-0F71ED73385C}" dt="2025-07-28T11:34:28.332" v="192"/>
          <ac:spMkLst>
            <pc:docMk/>
            <pc:sldMk cId="3990170836" sldId="259"/>
            <ac:spMk id="2" creationId="{413C6C28-E617-DE8F-0162-15D46BD83B40}"/>
          </ac:spMkLst>
        </pc:spChg>
        <pc:spChg chg="add mod">
          <ac:chgData name="PeterYS Wang ( 王祐昇 )" userId="63fe4c72-2474-49af-92cc-bebd7186bb53" providerId="ADAL" clId="{99929B72-853B-4287-BEA5-0F71ED73385C}" dt="2025-07-28T12:26:40.344" v="770"/>
          <ac:spMkLst>
            <pc:docMk/>
            <pc:sldMk cId="3990170836" sldId="259"/>
            <ac:spMk id="3" creationId="{48EB6ACD-7C5D-D7AB-1AAC-9AF9EFD17F71}"/>
          </ac:spMkLst>
        </pc:spChg>
      </pc:sldChg>
      <pc:sldChg chg="addSp delSp modSp add mod ord modShow">
        <pc:chgData name="PeterYS Wang ( 王祐昇 )" userId="63fe4c72-2474-49af-92cc-bebd7186bb53" providerId="ADAL" clId="{99929B72-853B-4287-BEA5-0F71ED73385C}" dt="2025-07-30T06:38:15.291" v="806"/>
        <pc:sldMkLst>
          <pc:docMk/>
          <pc:sldMk cId="735998730" sldId="260"/>
        </pc:sldMkLst>
        <pc:spChg chg="mod">
          <ac:chgData name="PeterYS Wang ( 王祐昇 )" userId="63fe4c72-2474-49af-92cc-bebd7186bb53" providerId="ADAL" clId="{99929B72-853B-4287-BEA5-0F71ED73385C}" dt="2025-07-28T11:34:56.995" v="194"/>
          <ac:spMkLst>
            <pc:docMk/>
            <pc:sldMk cId="735998730" sldId="260"/>
            <ac:spMk id="2" creationId="{24C852AB-8C8B-7AFC-27E3-364D9F8AF7C6}"/>
          </ac:spMkLst>
        </pc:spChg>
        <pc:spChg chg="add mod">
          <ac:chgData name="PeterYS Wang ( 王祐昇 )" userId="63fe4c72-2474-49af-92cc-bebd7186bb53" providerId="ADAL" clId="{99929B72-853B-4287-BEA5-0F71ED73385C}" dt="2025-07-28T12:28:14.701" v="783"/>
          <ac:spMkLst>
            <pc:docMk/>
            <pc:sldMk cId="735998730" sldId="260"/>
            <ac:spMk id="3" creationId="{C0747F93-9FB6-8C10-CFD7-EBAAFDCE245E}"/>
          </ac:spMkLst>
        </pc:spChg>
      </pc:sldChg>
      <pc:sldChg chg="modSp add mod ord">
        <pc:chgData name="PeterYS Wang ( 王祐昇 )" userId="63fe4c72-2474-49af-92cc-bebd7186bb53" providerId="ADAL" clId="{99929B72-853B-4287-BEA5-0F71ED73385C}" dt="2025-07-30T06:37:55.471" v="801"/>
        <pc:sldMkLst>
          <pc:docMk/>
          <pc:sldMk cId="3438882537" sldId="261"/>
        </pc:sldMkLst>
        <pc:spChg chg="mod">
          <ac:chgData name="PeterYS Wang ( 王祐昇 )" userId="63fe4c72-2474-49af-92cc-bebd7186bb53" providerId="ADAL" clId="{99929B72-853B-4287-BEA5-0F71ED73385C}" dt="2025-07-28T11:35:09.916" v="196"/>
          <ac:spMkLst>
            <pc:docMk/>
            <pc:sldMk cId="3438882537" sldId="261"/>
            <ac:spMk id="2" creationId="{6B621D9C-9B90-38A8-D010-E45BDDBA4BBF}"/>
          </ac:spMkLst>
        </pc:spChg>
        <pc:spChg chg="mod">
          <ac:chgData name="PeterYS Wang ( 王祐昇 )" userId="63fe4c72-2474-49af-92cc-bebd7186bb53" providerId="ADAL" clId="{99929B72-853B-4287-BEA5-0F71ED73385C}" dt="2025-07-28T12:28:49.211" v="791" actId="403"/>
          <ac:spMkLst>
            <pc:docMk/>
            <pc:sldMk cId="3438882537" sldId="261"/>
            <ac:spMk id="7" creationId="{186E94FF-9120-E742-32A5-2964BB306A1F}"/>
          </ac:spMkLst>
        </pc:spChg>
      </pc:sldChg>
      <pc:sldChg chg="addSp delSp modSp add mod">
        <pc:chgData name="PeterYS Wang ( 王祐昇 )" userId="63fe4c72-2474-49af-92cc-bebd7186bb53" providerId="ADAL" clId="{99929B72-853B-4287-BEA5-0F71ED73385C}" dt="2025-07-28T12:29:08.286" v="797"/>
        <pc:sldMkLst>
          <pc:docMk/>
          <pc:sldMk cId="1459292585" sldId="262"/>
        </pc:sldMkLst>
        <pc:spChg chg="mod">
          <ac:chgData name="PeterYS Wang ( 王祐昇 )" userId="63fe4c72-2474-49af-92cc-bebd7186bb53" providerId="ADAL" clId="{99929B72-853B-4287-BEA5-0F71ED73385C}" dt="2025-07-28T11:35:22.334" v="198"/>
          <ac:spMkLst>
            <pc:docMk/>
            <pc:sldMk cId="1459292585" sldId="262"/>
            <ac:spMk id="2" creationId="{E590F491-5C92-3025-886A-839E8D137D5F}"/>
          </ac:spMkLst>
        </pc:spChg>
        <pc:spChg chg="add del mod">
          <ac:chgData name="PeterYS Wang ( 王祐昇 )" userId="63fe4c72-2474-49af-92cc-bebd7186bb53" providerId="ADAL" clId="{99929B72-853B-4287-BEA5-0F71ED73385C}" dt="2025-07-28T12:29:08.286" v="797"/>
          <ac:spMkLst>
            <pc:docMk/>
            <pc:sldMk cId="1459292585" sldId="262"/>
            <ac:spMk id="7" creationId="{59019031-BA84-25D8-2657-636AAC0D5526}"/>
          </ac:spMkLst>
        </pc:spChg>
      </pc:sldChg>
      <pc:sldChg chg="addSp delSp modSp add mod modClrScheme chgLayout">
        <pc:chgData name="PeterYS Wang ( 王祐昇 )" userId="63fe4c72-2474-49af-92cc-bebd7186bb53" providerId="ADAL" clId="{99929B72-853B-4287-BEA5-0F71ED73385C}" dt="2025-07-28T12:24:08.502" v="740"/>
        <pc:sldMkLst>
          <pc:docMk/>
          <pc:sldMk cId="3571234081" sldId="263"/>
        </pc:sldMkLst>
        <pc:spChg chg="mod ord">
          <ac:chgData name="PeterYS Wang ( 王祐昇 )" userId="63fe4c72-2474-49af-92cc-bebd7186bb53" providerId="ADAL" clId="{99929B72-853B-4287-BEA5-0F71ED73385C}" dt="2025-07-28T11:58:42.109" v="241" actId="700"/>
          <ac:spMkLst>
            <pc:docMk/>
            <pc:sldMk cId="3571234081" sldId="263"/>
            <ac:spMk id="2" creationId="{E545A70B-A60B-D82A-B8C7-CA94984C26CF}"/>
          </ac:spMkLst>
        </pc:spChg>
        <pc:spChg chg="add mod topLvl">
          <ac:chgData name="PeterYS Wang ( 王祐昇 )" userId="63fe4c72-2474-49af-92cc-bebd7186bb53" providerId="ADAL" clId="{99929B72-853B-4287-BEA5-0F71ED73385C}" dt="2025-07-28T12:10:19.246" v="353" actId="207"/>
          <ac:spMkLst>
            <pc:docMk/>
            <pc:sldMk cId="3571234081" sldId="263"/>
            <ac:spMk id="8" creationId="{1DA5F3EF-99EB-30CA-3A41-AF5E6A022DEA}"/>
          </ac:spMkLst>
        </pc:spChg>
        <pc:spChg chg="add mod topLvl">
          <ac:chgData name="PeterYS Wang ( 王祐昇 )" userId="63fe4c72-2474-49af-92cc-bebd7186bb53" providerId="ADAL" clId="{99929B72-853B-4287-BEA5-0F71ED73385C}" dt="2025-07-28T12:10:22.756" v="354" actId="207"/>
          <ac:spMkLst>
            <pc:docMk/>
            <pc:sldMk cId="3571234081" sldId="263"/>
            <ac:spMk id="9" creationId="{CBB2F9C1-DABE-9A77-B8BE-1D37D63FF303}"/>
          </ac:spMkLst>
        </pc:spChg>
        <pc:spChg chg="add mod topLvl">
          <ac:chgData name="PeterYS Wang ( 王祐昇 )" userId="63fe4c72-2474-49af-92cc-bebd7186bb53" providerId="ADAL" clId="{99929B72-853B-4287-BEA5-0F71ED73385C}" dt="2025-07-28T12:10:26.358" v="355" actId="207"/>
          <ac:spMkLst>
            <pc:docMk/>
            <pc:sldMk cId="3571234081" sldId="263"/>
            <ac:spMk id="10" creationId="{1D7F2A3D-2C29-E297-C179-EAFFB5214849}"/>
          </ac:spMkLst>
        </pc:spChg>
        <pc:spChg chg="mod">
          <ac:chgData name="PeterYS Wang ( 王祐昇 )" userId="63fe4c72-2474-49af-92cc-bebd7186bb53" providerId="ADAL" clId="{99929B72-853B-4287-BEA5-0F71ED73385C}" dt="2025-07-28T12:00:57.082" v="255"/>
          <ac:spMkLst>
            <pc:docMk/>
            <pc:sldMk cId="3571234081" sldId="263"/>
            <ac:spMk id="14" creationId="{176302F4-2277-F34B-5D85-6B87EFCB4FC5}"/>
          </ac:spMkLst>
        </pc:spChg>
        <pc:spChg chg="mod">
          <ac:chgData name="PeterYS Wang ( 王祐昇 )" userId="63fe4c72-2474-49af-92cc-bebd7186bb53" providerId="ADAL" clId="{99929B72-853B-4287-BEA5-0F71ED73385C}" dt="2025-07-28T12:03:07.366" v="268" actId="207"/>
          <ac:spMkLst>
            <pc:docMk/>
            <pc:sldMk cId="3571234081" sldId="263"/>
            <ac:spMk id="15" creationId="{4F92443A-7953-FEE8-CCB2-90CF76E14F88}"/>
          </ac:spMkLst>
        </pc:spChg>
        <pc:spChg chg="mod">
          <ac:chgData name="PeterYS Wang ( 王祐昇 )" userId="63fe4c72-2474-49af-92cc-bebd7186bb53" providerId="ADAL" clId="{99929B72-853B-4287-BEA5-0F71ED73385C}" dt="2025-07-28T12:04:44.792" v="284" actId="207"/>
          <ac:spMkLst>
            <pc:docMk/>
            <pc:sldMk cId="3571234081" sldId="263"/>
            <ac:spMk id="18" creationId="{3B212366-B12F-FF14-6CB2-4E1DF367627C}"/>
          </ac:spMkLst>
        </pc:spChg>
        <pc:spChg chg="mod">
          <ac:chgData name="PeterYS Wang ( 王祐昇 )" userId="63fe4c72-2474-49af-92cc-bebd7186bb53" providerId="ADAL" clId="{99929B72-853B-4287-BEA5-0F71ED73385C}" dt="2025-07-28T12:09:51.672" v="346" actId="207"/>
          <ac:spMkLst>
            <pc:docMk/>
            <pc:sldMk cId="3571234081" sldId="263"/>
            <ac:spMk id="19" creationId="{DD3B22BD-E130-5BD2-6236-A074FA9004F3}"/>
          </ac:spMkLst>
        </pc:spChg>
        <pc:spChg chg="mod">
          <ac:chgData name="PeterYS Wang ( 王祐昇 )" userId="63fe4c72-2474-49af-92cc-bebd7186bb53" providerId="ADAL" clId="{99929B72-853B-4287-BEA5-0F71ED73385C}" dt="2025-07-28T12:03:38.135" v="273" actId="571"/>
          <ac:spMkLst>
            <pc:docMk/>
            <pc:sldMk cId="3571234081" sldId="263"/>
            <ac:spMk id="22" creationId="{C8952F13-6713-9731-9370-82AED924C171}"/>
          </ac:spMkLst>
        </pc:spChg>
        <pc:spChg chg="mod">
          <ac:chgData name="PeterYS Wang ( 王祐昇 )" userId="63fe4c72-2474-49af-92cc-bebd7186bb53" providerId="ADAL" clId="{99929B72-853B-4287-BEA5-0F71ED73385C}" dt="2025-07-28T12:09:47.775" v="345" actId="207"/>
          <ac:spMkLst>
            <pc:docMk/>
            <pc:sldMk cId="3571234081" sldId="263"/>
            <ac:spMk id="23" creationId="{015F9811-F6CA-366E-31E2-138165C8AC12}"/>
          </ac:spMkLst>
        </pc:spChg>
        <pc:spChg chg="add mod">
          <ac:chgData name="PeterYS Wang ( 王祐昇 )" userId="63fe4c72-2474-49af-92cc-bebd7186bb53" providerId="ADAL" clId="{99929B72-853B-4287-BEA5-0F71ED73385C}" dt="2025-07-28T12:05:47.447" v="295" actId="113"/>
          <ac:spMkLst>
            <pc:docMk/>
            <pc:sldMk cId="3571234081" sldId="263"/>
            <ac:spMk id="26" creationId="{F0FD794C-000B-EE39-1984-FD493A07B2BF}"/>
          </ac:spMkLst>
        </pc:spChg>
        <pc:spChg chg="add mod">
          <ac:chgData name="PeterYS Wang ( 王祐昇 )" userId="63fe4c72-2474-49af-92cc-bebd7186bb53" providerId="ADAL" clId="{99929B72-853B-4287-BEA5-0F71ED73385C}" dt="2025-07-28T12:11:09.296" v="365" actId="14100"/>
          <ac:spMkLst>
            <pc:docMk/>
            <pc:sldMk cId="3571234081" sldId="263"/>
            <ac:spMk id="27" creationId="{CFE43658-35F6-FD9E-4378-00CFF43031A6}"/>
          </ac:spMkLst>
        </pc:spChg>
        <pc:spChg chg="add mod">
          <ac:chgData name="PeterYS Wang ( 王祐昇 )" userId="63fe4c72-2474-49af-92cc-bebd7186bb53" providerId="ADAL" clId="{99929B72-853B-4287-BEA5-0F71ED73385C}" dt="2025-07-28T12:10:38.110" v="357" actId="207"/>
          <ac:spMkLst>
            <pc:docMk/>
            <pc:sldMk cId="3571234081" sldId="263"/>
            <ac:spMk id="28" creationId="{A8ABB047-A675-9659-D219-9CFA45A31CA4}"/>
          </ac:spMkLst>
        </pc:spChg>
        <pc:spChg chg="add mod">
          <ac:chgData name="PeterYS Wang ( 王祐昇 )" userId="63fe4c72-2474-49af-92cc-bebd7186bb53" providerId="ADAL" clId="{99929B72-853B-4287-BEA5-0F71ED73385C}" dt="2025-07-28T12:23:28.340" v="738" actId="20577"/>
          <ac:spMkLst>
            <pc:docMk/>
            <pc:sldMk cId="3571234081" sldId="263"/>
            <ac:spMk id="29" creationId="{2781DFCD-ACB1-265D-6A3A-1B413830D814}"/>
          </ac:spMkLst>
        </pc:spChg>
        <pc:spChg chg="add mod">
          <ac:chgData name="PeterYS Wang ( 王祐昇 )" userId="63fe4c72-2474-49af-92cc-bebd7186bb53" providerId="ADAL" clId="{99929B72-853B-4287-BEA5-0F71ED73385C}" dt="2025-07-28T12:15:16.990" v="540" actId="1076"/>
          <ac:spMkLst>
            <pc:docMk/>
            <pc:sldMk cId="3571234081" sldId="263"/>
            <ac:spMk id="30" creationId="{3381BB4D-77DF-DB54-56B4-D14C269FA093}"/>
          </ac:spMkLst>
        </pc:spChg>
        <pc:spChg chg="add mod">
          <ac:chgData name="PeterYS Wang ( 王祐昇 )" userId="63fe4c72-2474-49af-92cc-bebd7186bb53" providerId="ADAL" clId="{99929B72-853B-4287-BEA5-0F71ED73385C}" dt="2025-07-28T12:24:08.502" v="740"/>
          <ac:spMkLst>
            <pc:docMk/>
            <pc:sldMk cId="3571234081" sldId="263"/>
            <ac:spMk id="31" creationId="{09A76B70-8984-6BB9-83ED-AB08711D566B}"/>
          </ac:spMkLst>
        </pc:spChg>
        <pc:grpChg chg="add mod">
          <ac:chgData name="PeterYS Wang ( 王祐昇 )" userId="63fe4c72-2474-49af-92cc-bebd7186bb53" providerId="ADAL" clId="{99929B72-853B-4287-BEA5-0F71ED73385C}" dt="2025-07-28T12:05:01.972" v="286" actId="164"/>
          <ac:grpSpMkLst>
            <pc:docMk/>
            <pc:sldMk cId="3571234081" sldId="263"/>
            <ac:grpSpMk id="13" creationId="{6C2E7339-9057-259C-81E0-23BAF2933437}"/>
          </ac:grpSpMkLst>
        </pc:grpChg>
        <pc:grpChg chg="add mod">
          <ac:chgData name="PeterYS Wang ( 王祐昇 )" userId="63fe4c72-2474-49af-92cc-bebd7186bb53" providerId="ADAL" clId="{99929B72-853B-4287-BEA5-0F71ED73385C}" dt="2025-07-28T12:05:01.972" v="286" actId="164"/>
          <ac:grpSpMkLst>
            <pc:docMk/>
            <pc:sldMk cId="3571234081" sldId="263"/>
            <ac:grpSpMk id="17" creationId="{A9791C75-DFD1-10FA-B182-916716E4B051}"/>
          </ac:grpSpMkLst>
        </pc:grpChg>
        <pc:grpChg chg="add mod">
          <ac:chgData name="PeterYS Wang ( 王祐昇 )" userId="63fe4c72-2474-49af-92cc-bebd7186bb53" providerId="ADAL" clId="{99929B72-853B-4287-BEA5-0F71ED73385C}" dt="2025-07-28T12:05:01.972" v="286" actId="164"/>
          <ac:grpSpMkLst>
            <pc:docMk/>
            <pc:sldMk cId="3571234081" sldId="263"/>
            <ac:grpSpMk id="21" creationId="{9A916101-154E-7B27-A86B-B89D15DF6DA9}"/>
          </ac:grpSpMkLst>
        </pc:grpChg>
        <pc:grpChg chg="add mod">
          <ac:chgData name="PeterYS Wang ( 王祐昇 )" userId="63fe4c72-2474-49af-92cc-bebd7186bb53" providerId="ADAL" clId="{99929B72-853B-4287-BEA5-0F71ED73385C}" dt="2025-07-28T12:05:06.180" v="287" actId="1076"/>
          <ac:grpSpMkLst>
            <pc:docMk/>
            <pc:sldMk cId="3571234081" sldId="263"/>
            <ac:grpSpMk id="24" creationId="{6FBBEBF5-0068-842E-3660-8DD7130CF3E1}"/>
          </ac:grpSpMkLst>
        </pc:grpChg>
        <pc:cxnChg chg="add mod">
          <ac:chgData name="PeterYS Wang ( 王祐昇 )" userId="63fe4c72-2474-49af-92cc-bebd7186bb53" providerId="ADAL" clId="{99929B72-853B-4287-BEA5-0F71ED73385C}" dt="2025-07-28T12:15:17.799" v="552" actId="208"/>
          <ac:cxnSpMkLst>
            <pc:docMk/>
            <pc:sldMk cId="3571234081" sldId="263"/>
            <ac:cxnSpMk id="12" creationId="{F7249D3B-94C0-01FF-1CCA-B731912C1230}"/>
          </ac:cxnSpMkLst>
        </pc:cxnChg>
        <pc:cxnChg chg="add mod">
          <ac:chgData name="PeterYS Wang ( 王祐昇 )" userId="63fe4c72-2474-49af-92cc-bebd7186bb53" providerId="ADAL" clId="{99929B72-853B-4287-BEA5-0F71ED73385C}" dt="2025-07-28T12:15:18.023" v="554" actId="208"/>
          <ac:cxnSpMkLst>
            <pc:docMk/>
            <pc:sldMk cId="3571234081" sldId="263"/>
            <ac:cxnSpMk id="16" creationId="{873FDBF1-97FB-0D55-B6E6-23AD0605CD91}"/>
          </ac:cxnSpMkLst>
        </pc:cxnChg>
        <pc:cxnChg chg="add mod">
          <ac:chgData name="PeterYS Wang ( 王祐昇 )" userId="63fe4c72-2474-49af-92cc-bebd7186bb53" providerId="ADAL" clId="{99929B72-853B-4287-BEA5-0F71ED73385C}" dt="2025-07-28T12:15:18.005" v="553" actId="208"/>
          <ac:cxnSpMkLst>
            <pc:docMk/>
            <pc:sldMk cId="3571234081" sldId="263"/>
            <ac:cxnSpMk id="20" creationId="{34F7AA74-6930-1350-5FD7-68A3D03DB20B}"/>
          </ac:cxnSpMkLst>
        </pc:cxnChg>
      </pc:sldChg>
      <pc:sldChg chg="modSp add mod ord modShow">
        <pc:chgData name="PeterYS Wang ( 王祐昇 )" userId="63fe4c72-2474-49af-92cc-bebd7186bb53" providerId="ADAL" clId="{99929B72-853B-4287-BEA5-0F71ED73385C}" dt="2025-07-30T06:38:54.773" v="815" actId="20577"/>
        <pc:sldMkLst>
          <pc:docMk/>
          <pc:sldMk cId="2669704142" sldId="264"/>
        </pc:sldMkLst>
        <pc:spChg chg="mod">
          <ac:chgData name="PeterYS Wang ( 王祐昇 )" userId="63fe4c72-2474-49af-92cc-bebd7186bb53" providerId="ADAL" clId="{99929B72-853B-4287-BEA5-0F71ED73385C}" dt="2025-07-30T06:38:54.773" v="815" actId="20577"/>
          <ac:spMkLst>
            <pc:docMk/>
            <pc:sldMk cId="2669704142" sldId="264"/>
            <ac:spMk id="2" creationId="{E9E27B30-1F2D-5FE9-0133-AFD70C712369}"/>
          </ac:spMkLst>
        </pc:spChg>
        <pc:spChg chg="mod">
          <ac:chgData name="PeterYS Wang ( 王祐昇 )" userId="63fe4c72-2474-49af-92cc-bebd7186bb53" providerId="ADAL" clId="{99929B72-853B-4287-BEA5-0F71ED73385C}" dt="2025-07-30T06:38:49.838" v="812" actId="21"/>
          <ac:spMkLst>
            <pc:docMk/>
            <pc:sldMk cId="2669704142" sldId="264"/>
            <ac:spMk id="3" creationId="{E2150678-EDCA-1C3A-002C-AD6A73B88BAA}"/>
          </ac:spMkLst>
        </pc:spChg>
      </pc:sldChg>
      <pc:sldChg chg="add del">
        <pc:chgData name="PeterYS Wang ( 王祐昇 )" userId="63fe4c72-2474-49af-92cc-bebd7186bb53" providerId="ADAL" clId="{99929B72-853B-4287-BEA5-0F71ED73385C}" dt="2025-07-28T12:29:50.863" v="799" actId="2890"/>
        <pc:sldMkLst>
          <pc:docMk/>
          <pc:sldMk cId="3040380486" sldId="264"/>
        </pc:sldMkLst>
      </pc:sldChg>
      <pc:sldChg chg="modSp add mod">
        <pc:chgData name="PeterYS Wang ( 王祐昇 )" userId="63fe4c72-2474-49af-92cc-bebd7186bb53" providerId="ADAL" clId="{99929B72-853B-4287-BEA5-0F71ED73385C}" dt="2025-07-30T06:40:14.373" v="821"/>
        <pc:sldMkLst>
          <pc:docMk/>
          <pc:sldMk cId="2287099395" sldId="265"/>
        </pc:sldMkLst>
        <pc:spChg chg="mod">
          <ac:chgData name="PeterYS Wang ( 王祐昇 )" userId="63fe4c72-2474-49af-92cc-bebd7186bb53" providerId="ADAL" clId="{99929B72-853B-4287-BEA5-0F71ED73385C}" dt="2025-07-30T06:40:14.373" v="821"/>
          <ac:spMkLst>
            <pc:docMk/>
            <pc:sldMk cId="2287099395" sldId="265"/>
            <ac:spMk id="2" creationId="{59D20897-3265-36FB-F2C0-40BD6B8D4717}"/>
          </ac:spMkLst>
        </pc:spChg>
        <pc:spChg chg="mod">
          <ac:chgData name="PeterYS Wang ( 王祐昇 )" userId="63fe4c72-2474-49af-92cc-bebd7186bb53" providerId="ADAL" clId="{99929B72-853B-4287-BEA5-0F71ED73385C}" dt="2025-07-30T06:39:59.240" v="819"/>
          <ac:spMkLst>
            <pc:docMk/>
            <pc:sldMk cId="2287099395" sldId="265"/>
            <ac:spMk id="3" creationId="{E0E0D60A-72EE-098A-3355-033817CA669D}"/>
          </ac:spMkLst>
        </pc:spChg>
      </pc:sldChg>
      <pc:sldChg chg="add del">
        <pc:chgData name="PeterYS Wang ( 王祐昇 )" userId="63fe4c72-2474-49af-92cc-bebd7186bb53" providerId="ADAL" clId="{99929B72-853B-4287-BEA5-0F71ED73385C}" dt="2025-07-30T06:39:47.581" v="818"/>
        <pc:sldMkLst>
          <pc:docMk/>
          <pc:sldMk cId="391627075" sldId="266"/>
        </pc:sldMkLst>
      </pc:sldChg>
      <pc:sldChg chg="modSp new mod">
        <pc:chgData name="PeterYS Wang ( 王祐昇 )" userId="63fe4c72-2474-49af-92cc-bebd7186bb53" providerId="ADAL" clId="{99929B72-853B-4287-BEA5-0F71ED73385C}" dt="2025-07-30T06:51:42.871" v="906" actId="5793"/>
        <pc:sldMkLst>
          <pc:docMk/>
          <pc:sldMk cId="3271801914" sldId="266"/>
        </pc:sldMkLst>
        <pc:spChg chg="mod">
          <ac:chgData name="PeterYS Wang ( 王祐昇 )" userId="63fe4c72-2474-49af-92cc-bebd7186bb53" providerId="ADAL" clId="{99929B72-853B-4287-BEA5-0F71ED73385C}" dt="2025-07-30T06:48:20.740" v="865" actId="20577"/>
          <ac:spMkLst>
            <pc:docMk/>
            <pc:sldMk cId="3271801914" sldId="266"/>
            <ac:spMk id="2" creationId="{056E1AF7-47C9-40CA-2BF0-7A40CCB2173D}"/>
          </ac:spMkLst>
        </pc:spChg>
        <pc:spChg chg="mod">
          <ac:chgData name="PeterYS Wang ( 王祐昇 )" userId="63fe4c72-2474-49af-92cc-bebd7186bb53" providerId="ADAL" clId="{99929B72-853B-4287-BEA5-0F71ED73385C}" dt="2025-07-30T06:51:42.871" v="906" actId="5793"/>
          <ac:spMkLst>
            <pc:docMk/>
            <pc:sldMk cId="3271801914" sldId="266"/>
            <ac:spMk id="3" creationId="{849002F1-BB65-77BB-2119-FA87FC55E5D3}"/>
          </ac:spMkLst>
        </pc:spChg>
      </pc:sldChg>
      <pc:sldChg chg="modSp add mod">
        <pc:chgData name="PeterYS Wang ( 王祐昇 )" userId="63fe4c72-2474-49af-92cc-bebd7186bb53" providerId="ADAL" clId="{99929B72-853B-4287-BEA5-0F71ED73385C}" dt="2025-07-30T10:56:21.467" v="1085" actId="20577"/>
        <pc:sldMkLst>
          <pc:docMk/>
          <pc:sldMk cId="2959225024" sldId="267"/>
        </pc:sldMkLst>
        <pc:spChg chg="mod">
          <ac:chgData name="PeterYS Wang ( 王祐昇 )" userId="63fe4c72-2474-49af-92cc-bebd7186bb53" providerId="ADAL" clId="{99929B72-853B-4287-BEA5-0F71ED73385C}" dt="2025-07-30T10:55:17.638" v="940" actId="27636"/>
          <ac:spMkLst>
            <pc:docMk/>
            <pc:sldMk cId="2959225024" sldId="267"/>
            <ac:spMk id="2" creationId="{9CFEBF6F-AFB9-96F8-73ED-488468DE35BA}"/>
          </ac:spMkLst>
        </pc:spChg>
        <pc:spChg chg="mod">
          <ac:chgData name="PeterYS Wang ( 王祐昇 )" userId="63fe4c72-2474-49af-92cc-bebd7186bb53" providerId="ADAL" clId="{99929B72-853B-4287-BEA5-0F71ED73385C}" dt="2025-07-30T10:56:21.467" v="1085" actId="20577"/>
          <ac:spMkLst>
            <pc:docMk/>
            <pc:sldMk cId="2959225024" sldId="267"/>
            <ac:spMk id="7" creationId="{B7A2C4D9-6C51-7833-B24A-D96A21422C5D}"/>
          </ac:spMkLst>
        </pc:spChg>
      </pc:sldChg>
      <pc:sldChg chg="modSp add mod">
        <pc:chgData name="PeterYS Wang ( 王祐昇 )" userId="63fe4c72-2474-49af-92cc-bebd7186bb53" providerId="ADAL" clId="{99929B72-853B-4287-BEA5-0F71ED73385C}" dt="2025-07-30T10:58:33.005" v="1214" actId="20577"/>
        <pc:sldMkLst>
          <pc:docMk/>
          <pc:sldMk cId="403828629" sldId="268"/>
        </pc:sldMkLst>
        <pc:spChg chg="mod">
          <ac:chgData name="PeterYS Wang ( 王祐昇 )" userId="63fe4c72-2474-49af-92cc-bebd7186bb53" providerId="ADAL" clId="{99929B72-853B-4287-BEA5-0F71ED73385C}" dt="2025-07-30T10:57:43.905" v="1110" actId="20577"/>
          <ac:spMkLst>
            <pc:docMk/>
            <pc:sldMk cId="403828629" sldId="268"/>
            <ac:spMk id="2" creationId="{1F92E0EB-0CAB-6A32-1E40-1D4D32C0E768}"/>
          </ac:spMkLst>
        </pc:spChg>
        <pc:spChg chg="mod">
          <ac:chgData name="PeterYS Wang ( 王祐昇 )" userId="63fe4c72-2474-49af-92cc-bebd7186bb53" providerId="ADAL" clId="{99929B72-853B-4287-BEA5-0F71ED73385C}" dt="2025-07-30T10:58:33.005" v="1214" actId="20577"/>
          <ac:spMkLst>
            <pc:docMk/>
            <pc:sldMk cId="403828629" sldId="268"/>
            <ac:spMk id="7" creationId="{07E6DF0E-ECAD-A9B8-3A9A-327EC2D4086A}"/>
          </ac:spMkLst>
        </pc:spChg>
      </pc:sldChg>
      <pc:sldMasterChg chg="delSp mod">
        <pc:chgData name="PeterYS Wang ( 王祐昇 )" userId="63fe4c72-2474-49af-92cc-bebd7186bb53" providerId="ADAL" clId="{99929B72-853B-4287-BEA5-0F71ED73385C}" dt="2025-07-28T11:58:07.036" v="236" actId="478"/>
        <pc:sldMasterMkLst>
          <pc:docMk/>
          <pc:sldMasterMk cId="3232143586" sldId="2147483694"/>
        </pc:sldMasterMkLst>
      </pc:sldMasterChg>
      <pc:sldMasterChg chg="delSp mod">
        <pc:chgData name="PeterYS Wang ( 王祐昇 )" userId="63fe4c72-2474-49af-92cc-bebd7186bb53" providerId="ADAL" clId="{99929B72-853B-4287-BEA5-0F71ED73385C}" dt="2025-07-28T11:58:18.557" v="238" actId="478"/>
        <pc:sldMasterMkLst>
          <pc:docMk/>
          <pc:sldMasterMk cId="3503528578" sldId="2147483712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13545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3033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94409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90693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05888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5210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97412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39824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57537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2158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9768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6534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56433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43350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82016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26305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331103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51654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299851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785831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369878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048475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676137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003587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273460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9458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211170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1529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74841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108842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27836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154880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738599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215857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67189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2511592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756377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764121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044883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642680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16253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810557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2540782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2154781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053049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10561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5418913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8997394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399552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737730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557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  <p:sp>
        <p:nvSpPr>
          <p:cNvPr id="13" name="星形: 四角 12">
            <a:extLst>
              <a:ext uri="{FF2B5EF4-FFF2-40B4-BE49-F238E27FC236}">
                <a16:creationId xmlns:a16="http://schemas.microsoft.com/office/drawing/2014/main" id="{D1BAD399-AE87-DF99-BDA0-93CFAB1BB432}"/>
              </a:ext>
            </a:extLst>
          </p:cNvPr>
          <p:cNvSpPr/>
          <p:nvPr userDrawn="1"/>
        </p:nvSpPr>
        <p:spPr>
          <a:xfrm>
            <a:off x="11173458" y="347302"/>
            <a:ext cx="753545" cy="753545"/>
          </a:xfrm>
          <a:prstGeom prst="star4">
            <a:avLst>
              <a:gd name="adj" fmla="val 12498"/>
            </a:avLst>
          </a:prstGeom>
          <a:solidFill>
            <a:srgbClr val="001936"/>
          </a:solidFill>
          <a:ln w="38100">
            <a:solidFill>
              <a:schemeClr val="accent2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5" name="菱形 14">
            <a:extLst>
              <a:ext uri="{FF2B5EF4-FFF2-40B4-BE49-F238E27FC236}">
                <a16:creationId xmlns:a16="http://schemas.microsoft.com/office/drawing/2014/main" id="{BE600E76-DD42-EAD7-36B6-B9AB56351D1F}"/>
              </a:ext>
            </a:extLst>
          </p:cNvPr>
          <p:cNvSpPr/>
          <p:nvPr userDrawn="1"/>
        </p:nvSpPr>
        <p:spPr>
          <a:xfrm>
            <a:off x="167523" y="179661"/>
            <a:ext cx="194947" cy="335281"/>
          </a:xfrm>
          <a:prstGeom prst="diamond">
            <a:avLst/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4900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菱形 15">
            <a:extLst>
              <a:ext uri="{FF2B5EF4-FFF2-40B4-BE49-F238E27FC236}">
                <a16:creationId xmlns:a16="http://schemas.microsoft.com/office/drawing/2014/main" id="{FA9D3CE0-D5AD-AA06-5FC2-656A0CB2D08C}"/>
              </a:ext>
            </a:extLst>
          </p:cNvPr>
          <p:cNvSpPr/>
          <p:nvPr userDrawn="1"/>
        </p:nvSpPr>
        <p:spPr>
          <a:xfrm>
            <a:off x="11452756" y="6152730"/>
            <a:ext cx="194947" cy="335281"/>
          </a:xfrm>
          <a:prstGeom prst="diamond">
            <a:avLst/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4900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8" name="圖片 17" descr="一張含有 螢幕擷取畫面, 黑暗, 圖形, 星星 的圖片&#10;&#10;AI 產生的內容可能不正確。">
            <a:extLst>
              <a:ext uri="{FF2B5EF4-FFF2-40B4-BE49-F238E27FC236}">
                <a16:creationId xmlns:a16="http://schemas.microsoft.com/office/drawing/2014/main" id="{6BDD800E-0578-5556-6A52-BB838FEC19C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rcRect l="54648" t="5806" b="64183"/>
          <a:stretch>
            <a:fillRect/>
          </a:stretch>
        </p:blipFill>
        <p:spPr>
          <a:xfrm>
            <a:off x="362470" y="248454"/>
            <a:ext cx="2103436" cy="1391920"/>
          </a:xfrm>
          <a:prstGeom prst="rect">
            <a:avLst/>
          </a:prstGeom>
        </p:spPr>
      </p:pic>
      <p:grpSp>
        <p:nvGrpSpPr>
          <p:cNvPr id="26" name="群組 25">
            <a:extLst>
              <a:ext uri="{FF2B5EF4-FFF2-40B4-BE49-F238E27FC236}">
                <a16:creationId xmlns:a16="http://schemas.microsoft.com/office/drawing/2014/main" id="{FC018602-69F2-C989-4879-23EE1B61CCBE}"/>
              </a:ext>
            </a:extLst>
          </p:cNvPr>
          <p:cNvGrpSpPr/>
          <p:nvPr userDrawn="1"/>
        </p:nvGrpSpPr>
        <p:grpSpPr>
          <a:xfrm>
            <a:off x="156875" y="2383275"/>
            <a:ext cx="727449" cy="4474725"/>
            <a:chOff x="156875" y="1355387"/>
            <a:chExt cx="727449" cy="4474725"/>
          </a:xfrm>
        </p:grpSpPr>
        <p:pic>
          <p:nvPicPr>
            <p:cNvPr id="22" name="圖片 21" descr="一張含有 螢幕擷取畫面, 黑暗, 圖形, 星星 的圖片&#10;&#10;AI 產生的內容可能不正確。">
              <a:extLst>
                <a:ext uri="{FF2B5EF4-FFF2-40B4-BE49-F238E27FC236}">
                  <a16:creationId xmlns:a16="http://schemas.microsoft.com/office/drawing/2014/main" id="{BD225586-26B1-B3A0-8BA1-54EA7A760F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9"/>
            <a:srcRect l="6861" t="35319" r="90296"/>
            <a:stretch>
              <a:fillRect/>
            </a:stretch>
          </p:blipFill>
          <p:spPr>
            <a:xfrm>
              <a:off x="156875" y="1355387"/>
              <a:ext cx="194947" cy="4435813"/>
            </a:xfrm>
            <a:prstGeom prst="rect">
              <a:avLst/>
            </a:prstGeom>
          </p:spPr>
        </p:pic>
        <p:pic>
          <p:nvPicPr>
            <p:cNvPr id="23" name="圖片 22" descr="一張含有 螢幕擷取畫面, 黑暗, 圖形, 星星 的圖片&#10;&#10;AI 產生的內容可能不正確。">
              <a:extLst>
                <a:ext uri="{FF2B5EF4-FFF2-40B4-BE49-F238E27FC236}">
                  <a16:creationId xmlns:a16="http://schemas.microsoft.com/office/drawing/2014/main" id="{1A7ACCBD-2AB8-3218-85BD-ADE3F9290F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9"/>
            <a:srcRect l="6861" t="35319" r="90296" b="12672"/>
            <a:stretch>
              <a:fillRect/>
            </a:stretch>
          </p:blipFill>
          <p:spPr>
            <a:xfrm>
              <a:off x="423126" y="2263303"/>
              <a:ext cx="194947" cy="3566809"/>
            </a:xfrm>
            <a:prstGeom prst="rect">
              <a:avLst/>
            </a:prstGeom>
          </p:spPr>
        </p:pic>
        <p:pic>
          <p:nvPicPr>
            <p:cNvPr id="24" name="圖片 23" descr="一張含有 螢幕擷取畫面, 黑暗, 圖形, 星星 的圖片&#10;&#10;AI 產生的內容可能不正確。">
              <a:extLst>
                <a:ext uri="{FF2B5EF4-FFF2-40B4-BE49-F238E27FC236}">
                  <a16:creationId xmlns:a16="http://schemas.microsoft.com/office/drawing/2014/main" id="{AADC7179-F641-7D05-7641-A192238B47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9"/>
            <a:srcRect l="6861" t="35319" r="90296" b="26572"/>
            <a:stretch>
              <a:fillRect/>
            </a:stretch>
          </p:blipFill>
          <p:spPr>
            <a:xfrm>
              <a:off x="689377" y="3158246"/>
              <a:ext cx="194947" cy="26134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7054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  <p:sp>
        <p:nvSpPr>
          <p:cNvPr id="15" name="菱形 14">
            <a:extLst>
              <a:ext uri="{FF2B5EF4-FFF2-40B4-BE49-F238E27FC236}">
                <a16:creationId xmlns:a16="http://schemas.microsoft.com/office/drawing/2014/main" id="{BE600E76-DD42-EAD7-36B6-B9AB56351D1F}"/>
              </a:ext>
            </a:extLst>
          </p:cNvPr>
          <p:cNvSpPr/>
          <p:nvPr userDrawn="1"/>
        </p:nvSpPr>
        <p:spPr>
          <a:xfrm>
            <a:off x="167523" y="179661"/>
            <a:ext cx="194947" cy="335281"/>
          </a:xfrm>
          <a:prstGeom prst="diamond">
            <a:avLst/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4900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菱形 15">
            <a:extLst>
              <a:ext uri="{FF2B5EF4-FFF2-40B4-BE49-F238E27FC236}">
                <a16:creationId xmlns:a16="http://schemas.microsoft.com/office/drawing/2014/main" id="{FA9D3CE0-D5AD-AA06-5FC2-656A0CB2D08C}"/>
              </a:ext>
            </a:extLst>
          </p:cNvPr>
          <p:cNvSpPr/>
          <p:nvPr userDrawn="1"/>
        </p:nvSpPr>
        <p:spPr>
          <a:xfrm>
            <a:off x="11452756" y="6152730"/>
            <a:ext cx="194947" cy="335281"/>
          </a:xfrm>
          <a:prstGeom prst="diamond">
            <a:avLst/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4900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8" name="圖片 17" descr="一張含有 螢幕擷取畫面, 黑暗, 圖形, 星星 的圖片&#10;&#10;AI 產生的內容可能不正確。">
            <a:extLst>
              <a:ext uri="{FF2B5EF4-FFF2-40B4-BE49-F238E27FC236}">
                <a16:creationId xmlns:a16="http://schemas.microsoft.com/office/drawing/2014/main" id="{6BDD800E-0578-5556-6A52-BB838FEC19C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rcRect l="54648" t="5806" b="64183"/>
          <a:stretch>
            <a:fillRect/>
          </a:stretch>
        </p:blipFill>
        <p:spPr>
          <a:xfrm>
            <a:off x="362470" y="248454"/>
            <a:ext cx="2103436" cy="139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1435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  <p:sp>
        <p:nvSpPr>
          <p:cNvPr id="13" name="星形: 四角 12">
            <a:extLst>
              <a:ext uri="{FF2B5EF4-FFF2-40B4-BE49-F238E27FC236}">
                <a16:creationId xmlns:a16="http://schemas.microsoft.com/office/drawing/2014/main" id="{D1BAD399-AE87-DF99-BDA0-93CFAB1BB432}"/>
              </a:ext>
            </a:extLst>
          </p:cNvPr>
          <p:cNvSpPr/>
          <p:nvPr userDrawn="1"/>
        </p:nvSpPr>
        <p:spPr>
          <a:xfrm>
            <a:off x="11173458" y="347302"/>
            <a:ext cx="753545" cy="753545"/>
          </a:xfrm>
          <a:prstGeom prst="star4">
            <a:avLst>
              <a:gd name="adj" fmla="val 12498"/>
            </a:avLst>
          </a:prstGeom>
          <a:solidFill>
            <a:srgbClr val="001936"/>
          </a:solidFill>
          <a:ln w="38100">
            <a:solidFill>
              <a:schemeClr val="accent2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5" name="菱形 14">
            <a:extLst>
              <a:ext uri="{FF2B5EF4-FFF2-40B4-BE49-F238E27FC236}">
                <a16:creationId xmlns:a16="http://schemas.microsoft.com/office/drawing/2014/main" id="{BE600E76-DD42-EAD7-36B6-B9AB56351D1F}"/>
              </a:ext>
            </a:extLst>
          </p:cNvPr>
          <p:cNvSpPr/>
          <p:nvPr userDrawn="1"/>
        </p:nvSpPr>
        <p:spPr>
          <a:xfrm>
            <a:off x="167523" y="179661"/>
            <a:ext cx="194947" cy="335281"/>
          </a:xfrm>
          <a:prstGeom prst="diamond">
            <a:avLst/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4900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8" name="圖片 17" descr="一張含有 螢幕擷取畫面, 黑暗, 圖形, 星星 的圖片&#10;&#10;AI 產生的內容可能不正確。">
            <a:extLst>
              <a:ext uri="{FF2B5EF4-FFF2-40B4-BE49-F238E27FC236}">
                <a16:creationId xmlns:a16="http://schemas.microsoft.com/office/drawing/2014/main" id="{6BDD800E-0578-5556-6A52-BB838FEC19C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rcRect l="54648" t="5806" b="64183"/>
          <a:stretch>
            <a:fillRect/>
          </a:stretch>
        </p:blipFill>
        <p:spPr>
          <a:xfrm>
            <a:off x="362470" y="248454"/>
            <a:ext cx="2103436" cy="139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5285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圖形, 字型, Neon 的圖片&#10;&#10;AI 產生的內容可能不正確。">
            <a:extLst>
              <a:ext uri="{FF2B5EF4-FFF2-40B4-BE49-F238E27FC236}">
                <a16:creationId xmlns:a16="http://schemas.microsoft.com/office/drawing/2014/main" id="{74C94EEE-F8BF-4461-65F1-F998E2D1A8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525"/>
          <a:stretch>
            <a:fillRect/>
          </a:stretch>
        </p:blipFill>
        <p:spPr>
          <a:xfrm>
            <a:off x="2848748" y="0"/>
            <a:ext cx="6211207" cy="5805962"/>
          </a:xfrm>
          <a:prstGeom prst="rect">
            <a:avLst/>
          </a:prstGeom>
          <a:ln>
            <a:noFill/>
          </a:ln>
          <a:effectLst/>
        </p:spPr>
      </p:pic>
      <p:sp>
        <p:nvSpPr>
          <p:cNvPr id="95" name="按兩下來編輯"/>
          <p:cNvSpPr txBox="1">
            <a:spLocks noGrp="1"/>
          </p:cNvSpPr>
          <p:nvPr>
            <p:ph type="subTitle" idx="1"/>
          </p:nvPr>
        </p:nvSpPr>
        <p:spPr>
          <a:xfrm>
            <a:off x="3246344" y="4410942"/>
            <a:ext cx="5699311" cy="633845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25400" dir="17880000">
              <a:srgbClr val="000000">
                <a:alpha val="46000"/>
              </a:srgbClr>
            </a:outerShdw>
          </a:effectLst>
        </p:spPr>
        <p:txBody>
          <a:bodyPr wrap="none" lIns="36000" tIns="0" rIns="36000" bIns="0" anchor="ctr">
            <a:noAutofit/>
          </a:bodyPr>
          <a:lstStyle/>
          <a:p>
            <a:r>
              <a:rPr lang="zh-TW" altLang="en-US" sz="3200" b="1" dirty="0">
                <a:ln>
                  <a:solidFill>
                    <a:schemeClr val="bg1">
                      <a:lumMod val="50000"/>
                      <a:lumOff val="50000"/>
                      <a:alpha val="10000"/>
                    </a:schemeClr>
                  </a:solidFill>
                </a:ln>
                <a:solidFill>
                  <a:schemeClr val="bg1">
                    <a:lumMod val="75000"/>
                    <a:lumOff val="25000"/>
                  </a:schemeClr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說明文件</a:t>
            </a:r>
            <a:endParaRPr sz="3200" b="1" dirty="0">
              <a:ln>
                <a:solidFill>
                  <a:schemeClr val="bg1">
                    <a:lumMod val="50000"/>
                    <a:lumOff val="50000"/>
                    <a:alpha val="10000"/>
                  </a:schemeClr>
                </a:solidFill>
              </a:ln>
              <a:solidFill>
                <a:schemeClr val="bg1">
                  <a:lumMod val="75000"/>
                  <a:lumOff val="25000"/>
                </a:schemeClr>
              </a:solidFill>
              <a:effectLst>
                <a:glow rad="63500">
                  <a:schemeClr val="accent4">
                    <a:satMod val="175000"/>
                    <a:alpha val="40000"/>
                  </a:schemeClr>
                </a:glow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60B03C-F266-7E55-F466-EA81721C7E82}"/>
              </a:ext>
            </a:extLst>
          </p:cNvPr>
          <p:cNvSpPr/>
          <p:nvPr/>
        </p:nvSpPr>
        <p:spPr>
          <a:xfrm>
            <a:off x="477982" y="197427"/>
            <a:ext cx="1735282" cy="1475509"/>
          </a:xfrm>
          <a:prstGeom prst="rect">
            <a:avLst/>
          </a:prstGeom>
          <a:solidFill>
            <a:srgbClr val="0010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DRIVE">
            <a:hlinkClick r:id="" action="ppaction://media"/>
            <a:extLst>
              <a:ext uri="{FF2B5EF4-FFF2-40B4-BE49-F238E27FC236}">
                <a16:creationId xmlns:a16="http://schemas.microsoft.com/office/drawing/2014/main" id="{F421AEF2-BC4D-562B-EC76-735678FD664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694748" y="6266727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6098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A627A-CF5E-6C11-3944-137BA62EE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3EE8C7B-7036-C358-04F6-9D8FF76259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AF9A497-7D5E-C4B3-7943-2DBCCC4E9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作品介紹：</a:t>
            </a:r>
            <a:r>
              <a:rPr lang="en-US" altLang="zh-TW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Fate Keys </a:t>
            </a:r>
            <a:r>
              <a:rPr lang="zh-TW" altLang="en-US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命運節奏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630B53-FEC1-00B2-6BDE-34A6451AD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7122" y="1890139"/>
            <a:ext cx="5922941" cy="970450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zh-TW" altLang="en-US" b="1" dirty="0">
                <a:highlight>
                  <a:srgbClr val="008080"/>
                </a:highlight>
              </a:rPr>
              <a:t>一款結合視覺與聽覺雙重饗宴的節奏網頁遊戲，</a:t>
            </a:r>
            <a:endParaRPr lang="en-US" altLang="zh-TW" b="1" dirty="0">
              <a:highlight>
                <a:srgbClr val="008080"/>
              </a:highlight>
            </a:endParaRPr>
          </a:p>
          <a:p>
            <a:pPr marL="36900" indent="0">
              <a:buNone/>
            </a:pPr>
            <a:r>
              <a:rPr lang="zh-TW" altLang="en-US" b="1" dirty="0"/>
              <a:t>　　　    </a:t>
            </a:r>
            <a:r>
              <a:rPr lang="zh-TW" altLang="en-US" b="1" dirty="0">
                <a:highlight>
                  <a:srgbClr val="008080"/>
                </a:highlight>
              </a:rPr>
              <a:t>帶領玩家踏上沉浸於命運節奏的旅程。　　 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0B920094-D021-05DC-2E4E-5C34421CB239}"/>
              </a:ext>
            </a:extLst>
          </p:cNvPr>
          <p:cNvSpPr txBox="1">
            <a:spLocks/>
          </p:cNvSpPr>
          <p:nvPr/>
        </p:nvSpPr>
        <p:spPr>
          <a:xfrm>
            <a:off x="1805763" y="2758224"/>
            <a:ext cx="8580474" cy="2230662"/>
          </a:xfrm>
          <a:prstGeom prst="rect">
            <a:avLst/>
          </a:prstGeom>
          <a:solidFill>
            <a:schemeClr val="bg1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32400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Clr>
                <a:schemeClr val="tx1"/>
              </a:buClr>
              <a:buNone/>
            </a:pPr>
            <a:r>
              <a:rPr lang="en-US" altLang="zh-TW" b="1" dirty="0">
                <a:solidFill>
                  <a:schemeClr val="tx1"/>
                </a:solidFill>
              </a:rPr>
              <a:t>【</a:t>
            </a:r>
            <a:r>
              <a:rPr lang="zh-TW" altLang="en-US" b="1" dirty="0">
                <a:solidFill>
                  <a:schemeClr val="tx1"/>
                </a:solidFill>
              </a:rPr>
              <a:t>基本玩法</a:t>
            </a:r>
            <a:r>
              <a:rPr lang="en-US" altLang="zh-TW" b="1" dirty="0">
                <a:solidFill>
                  <a:schemeClr val="tx1"/>
                </a:solidFill>
              </a:rPr>
              <a:t>】</a:t>
            </a:r>
          </a:p>
          <a:p>
            <a:pPr>
              <a:buClr>
                <a:schemeClr val="tx1"/>
              </a:buClr>
            </a:pPr>
            <a:r>
              <a:rPr lang="zh-TW" altLang="en-US" b="1" dirty="0">
                <a:solidFill>
                  <a:schemeClr val="tx1"/>
                </a:solidFill>
              </a:rPr>
              <a:t>選擇歌曲與難度，進行五鍵打擊結構遊戲（</a:t>
            </a:r>
            <a:r>
              <a:rPr lang="en-US" altLang="zh-TW" b="1" dirty="0">
                <a:solidFill>
                  <a:schemeClr val="tx1"/>
                </a:solidFill>
              </a:rPr>
              <a:t>D / F / SPACE / J / K</a:t>
            </a:r>
            <a:r>
              <a:rPr lang="zh-TW" altLang="en-US" b="1" dirty="0">
                <a:solidFill>
                  <a:schemeClr val="tx1"/>
                </a:solidFill>
              </a:rPr>
              <a:t>）</a:t>
            </a:r>
            <a:endParaRPr lang="en-US" altLang="zh-TW" b="1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zh-TW" altLang="en-US" b="1" dirty="0">
                <a:solidFill>
                  <a:schemeClr val="tx1"/>
                </a:solidFill>
              </a:rPr>
              <a:t>節奏感十足的「</a:t>
            </a:r>
            <a:r>
              <a:rPr lang="en-US" altLang="zh-TW" b="1" dirty="0">
                <a:solidFill>
                  <a:schemeClr val="tx1"/>
                </a:solidFill>
              </a:rPr>
              <a:t>Perfect / Great / Good / Miss</a:t>
            </a:r>
            <a:r>
              <a:rPr lang="zh-TW" altLang="en-US" b="1" dirty="0">
                <a:solidFill>
                  <a:schemeClr val="tx1"/>
                </a:solidFill>
              </a:rPr>
              <a:t>」判定機制</a:t>
            </a:r>
          </a:p>
          <a:p>
            <a:pPr>
              <a:buClr>
                <a:schemeClr val="tx1"/>
              </a:buClr>
            </a:pPr>
            <a:r>
              <a:rPr lang="zh-TW" altLang="en-US" b="1" dirty="0">
                <a:solidFill>
                  <a:schemeClr val="tx1"/>
                </a:solidFill>
              </a:rPr>
              <a:t>正確擊中得分並累積 </a:t>
            </a:r>
            <a:r>
              <a:rPr lang="en-US" altLang="zh-TW" b="1" dirty="0">
                <a:solidFill>
                  <a:schemeClr val="tx1"/>
                </a:solidFill>
              </a:rPr>
              <a:t>Combo</a:t>
            </a:r>
            <a:r>
              <a:rPr lang="zh-TW" altLang="en-US" b="1" dirty="0">
                <a:solidFill>
                  <a:schemeClr val="tx1"/>
                </a:solidFill>
              </a:rPr>
              <a:t>，失誤 </a:t>
            </a:r>
            <a:r>
              <a:rPr lang="en-US" altLang="zh-TW" b="1" dirty="0">
                <a:solidFill>
                  <a:schemeClr val="tx1"/>
                </a:solidFill>
              </a:rPr>
              <a:t>Combo </a:t>
            </a:r>
            <a:r>
              <a:rPr lang="zh-TW" altLang="en-US" b="1" dirty="0">
                <a:solidFill>
                  <a:schemeClr val="tx1"/>
                </a:solidFill>
              </a:rPr>
              <a:t>歸零</a:t>
            </a:r>
            <a:endParaRPr lang="en-US" altLang="zh-TW" b="1" dirty="0">
              <a:solidFill>
                <a:schemeClr val="tx1"/>
              </a:solidFill>
            </a:endParaRPr>
          </a:p>
          <a:p>
            <a:pPr marL="36900" indent="0">
              <a:buClr>
                <a:schemeClr val="tx1"/>
              </a:buClr>
              <a:buNone/>
            </a:pPr>
            <a:r>
              <a:rPr lang="en-US" altLang="zh-TW" b="1" dirty="0">
                <a:solidFill>
                  <a:schemeClr val="tx1"/>
                </a:solidFill>
              </a:rPr>
              <a:t>【</a:t>
            </a:r>
            <a:r>
              <a:rPr lang="zh-TW" altLang="en-US" b="1" dirty="0">
                <a:solidFill>
                  <a:schemeClr val="tx1"/>
                </a:solidFill>
              </a:rPr>
              <a:t>進階玩法</a:t>
            </a:r>
            <a:r>
              <a:rPr lang="en-US" altLang="zh-TW" b="1" dirty="0">
                <a:solidFill>
                  <a:schemeClr val="tx1"/>
                </a:solidFill>
              </a:rPr>
              <a:t>】</a:t>
            </a:r>
          </a:p>
          <a:p>
            <a:pPr>
              <a:buClr>
                <a:schemeClr val="tx1"/>
              </a:buClr>
            </a:pPr>
            <a:r>
              <a:rPr lang="zh-TW" altLang="en-US" b="1" dirty="0">
                <a:solidFill>
                  <a:schemeClr val="tx1"/>
                </a:solidFill>
              </a:rPr>
              <a:t>達成條件解鎖第六關「命運之路」</a:t>
            </a:r>
            <a:r>
              <a:rPr lang="en-US" altLang="zh-TW" b="1" dirty="0">
                <a:solidFill>
                  <a:schemeClr val="tx1"/>
                </a:solidFill>
              </a:rPr>
              <a:t>(Fate Mode)</a:t>
            </a:r>
            <a:endParaRPr lang="zh-TW" altLang="en-US" b="1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zh-TW" altLang="en-US" b="1" dirty="0">
                <a:solidFill>
                  <a:schemeClr val="tx1"/>
                </a:solidFill>
              </a:rPr>
              <a:t>多項成就任務等你完成</a:t>
            </a:r>
            <a:endParaRPr lang="en-US" altLang="zh-TW" b="1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zh-TW" altLang="en-US" b="1" dirty="0">
                <a:solidFill>
                  <a:schemeClr val="tx1"/>
                </a:solidFill>
              </a:rPr>
              <a:t>挑戰高分排行榜</a:t>
            </a:r>
          </a:p>
        </p:txBody>
      </p:sp>
    </p:spTree>
    <p:extLst>
      <p:ext uri="{BB962C8B-B14F-4D97-AF65-F5344CB8AC3E}">
        <p14:creationId xmlns:p14="http://schemas.microsoft.com/office/powerpoint/2010/main" val="4147215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9F87E-63CD-4B83-38DF-665F0C556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45A70B-A60B-D82A-B8C7-CA94984C2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發想初衷與開發歷程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A5F3EF-99EB-30CA-3A41-AF5E6A022DEA}"/>
              </a:ext>
            </a:extLst>
          </p:cNvPr>
          <p:cNvSpPr/>
          <p:nvPr/>
        </p:nvSpPr>
        <p:spPr>
          <a:xfrm>
            <a:off x="696000" y="4020206"/>
            <a:ext cx="3600000" cy="144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B2F9C1-DABE-9A77-B8BE-1D37D63FF303}"/>
              </a:ext>
            </a:extLst>
          </p:cNvPr>
          <p:cNvSpPr/>
          <p:nvPr/>
        </p:nvSpPr>
        <p:spPr>
          <a:xfrm>
            <a:off x="4296000" y="4020206"/>
            <a:ext cx="3600000" cy="144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7F2A3D-2C29-E297-C179-EAFFB5214849}"/>
              </a:ext>
            </a:extLst>
          </p:cNvPr>
          <p:cNvSpPr/>
          <p:nvPr/>
        </p:nvSpPr>
        <p:spPr>
          <a:xfrm>
            <a:off x="7896000" y="4020206"/>
            <a:ext cx="3600000" cy="14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6FBBEBF5-0068-842E-3660-8DD7130CF3E1}"/>
              </a:ext>
            </a:extLst>
          </p:cNvPr>
          <p:cNvGrpSpPr/>
          <p:nvPr/>
        </p:nvGrpSpPr>
        <p:grpSpPr>
          <a:xfrm>
            <a:off x="4196622" y="2188110"/>
            <a:ext cx="7398756" cy="3808192"/>
            <a:chOff x="596622" y="2188110"/>
            <a:chExt cx="7398756" cy="3808192"/>
          </a:xfrm>
        </p:grpSpPr>
        <p:cxnSp>
          <p:nvCxnSpPr>
            <p:cNvPr id="12" name="直接连接符 30">
              <a:extLst>
                <a:ext uri="{FF2B5EF4-FFF2-40B4-BE49-F238E27FC236}">
                  <a16:creationId xmlns:a16="http://schemas.microsoft.com/office/drawing/2014/main" id="{F7249D3B-94C0-01FF-1CCA-B731912C1230}"/>
                </a:ext>
              </a:extLst>
            </p:cNvPr>
            <p:cNvCxnSpPr/>
            <p:nvPr/>
          </p:nvCxnSpPr>
          <p:spPr>
            <a:xfrm flipV="1">
              <a:off x="696000" y="2386866"/>
              <a:ext cx="0" cy="1777340"/>
            </a:xfrm>
            <a:prstGeom prst="line">
              <a:avLst/>
            </a:prstGeom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组合 54">
              <a:extLst>
                <a:ext uri="{FF2B5EF4-FFF2-40B4-BE49-F238E27FC236}">
                  <a16:creationId xmlns:a16="http://schemas.microsoft.com/office/drawing/2014/main" id="{6C2E7339-9057-259C-81E0-23BAF2933437}"/>
                </a:ext>
              </a:extLst>
            </p:cNvPr>
            <p:cNvGrpSpPr/>
            <p:nvPr/>
          </p:nvGrpSpPr>
          <p:grpSpPr>
            <a:xfrm>
              <a:off x="596622" y="2188110"/>
              <a:ext cx="198756" cy="198756"/>
              <a:chOff x="3607648" y="5489862"/>
              <a:chExt cx="198756" cy="198756"/>
            </a:xfrm>
          </p:grpSpPr>
          <p:sp>
            <p:nvSpPr>
              <p:cNvPr id="14" name="椭圆 55">
                <a:extLst>
                  <a:ext uri="{FF2B5EF4-FFF2-40B4-BE49-F238E27FC236}">
                    <a16:creationId xmlns:a16="http://schemas.microsoft.com/office/drawing/2014/main" id="{176302F4-2277-F34B-5D85-6B87EFCB4FC5}"/>
                  </a:ext>
                </a:extLst>
              </p:cNvPr>
              <p:cNvSpPr/>
              <p:nvPr/>
            </p:nvSpPr>
            <p:spPr>
              <a:xfrm>
                <a:off x="3607648" y="5489862"/>
                <a:ext cx="198756" cy="198756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9525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127000" dist="635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椭圆 56">
                <a:extLst>
                  <a:ext uri="{FF2B5EF4-FFF2-40B4-BE49-F238E27FC236}">
                    <a16:creationId xmlns:a16="http://schemas.microsoft.com/office/drawing/2014/main" id="{4F92443A-7953-FEE8-CCB2-90CF76E14F88}"/>
                  </a:ext>
                </a:extLst>
              </p:cNvPr>
              <p:cNvSpPr/>
              <p:nvPr/>
            </p:nvSpPr>
            <p:spPr>
              <a:xfrm>
                <a:off x="3671022" y="5553236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16" name="直接连接符 30">
              <a:extLst>
                <a:ext uri="{FF2B5EF4-FFF2-40B4-BE49-F238E27FC236}">
                  <a16:creationId xmlns:a16="http://schemas.microsoft.com/office/drawing/2014/main" id="{873FDBF1-97FB-0D55-B6E6-23AD0605CD91}"/>
                </a:ext>
              </a:extLst>
            </p:cNvPr>
            <p:cNvCxnSpPr/>
            <p:nvPr/>
          </p:nvCxnSpPr>
          <p:spPr>
            <a:xfrm flipV="1">
              <a:off x="7896000" y="2386866"/>
              <a:ext cx="0" cy="1777340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组合 54">
              <a:extLst>
                <a:ext uri="{FF2B5EF4-FFF2-40B4-BE49-F238E27FC236}">
                  <a16:creationId xmlns:a16="http://schemas.microsoft.com/office/drawing/2014/main" id="{A9791C75-DFD1-10FA-B182-916716E4B051}"/>
                </a:ext>
              </a:extLst>
            </p:cNvPr>
            <p:cNvGrpSpPr/>
            <p:nvPr/>
          </p:nvGrpSpPr>
          <p:grpSpPr>
            <a:xfrm>
              <a:off x="7796622" y="2188110"/>
              <a:ext cx="198756" cy="198756"/>
              <a:chOff x="3607648" y="5489862"/>
              <a:chExt cx="198756" cy="198756"/>
            </a:xfrm>
          </p:grpSpPr>
          <p:sp>
            <p:nvSpPr>
              <p:cNvPr id="18" name="椭圆 55">
                <a:extLst>
                  <a:ext uri="{FF2B5EF4-FFF2-40B4-BE49-F238E27FC236}">
                    <a16:creationId xmlns:a16="http://schemas.microsoft.com/office/drawing/2014/main" id="{3B212366-B12F-FF14-6CB2-4E1DF367627C}"/>
                  </a:ext>
                </a:extLst>
              </p:cNvPr>
              <p:cNvSpPr/>
              <p:nvPr/>
            </p:nvSpPr>
            <p:spPr>
              <a:xfrm>
                <a:off x="3607648" y="5489862"/>
                <a:ext cx="198756" cy="198756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9525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127000" dist="635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9" name="椭圆 56">
                <a:extLst>
                  <a:ext uri="{FF2B5EF4-FFF2-40B4-BE49-F238E27FC236}">
                    <a16:creationId xmlns:a16="http://schemas.microsoft.com/office/drawing/2014/main" id="{DD3B22BD-E130-5BD2-6236-A074FA9004F3}"/>
                  </a:ext>
                </a:extLst>
              </p:cNvPr>
              <p:cNvSpPr/>
              <p:nvPr/>
            </p:nvSpPr>
            <p:spPr>
              <a:xfrm>
                <a:off x="3671022" y="5553236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20" name="直接连接符 30">
              <a:extLst>
                <a:ext uri="{FF2B5EF4-FFF2-40B4-BE49-F238E27FC236}">
                  <a16:creationId xmlns:a16="http://schemas.microsoft.com/office/drawing/2014/main" id="{34F7AA74-6930-1350-5FD7-68A3D03DB20B}"/>
                </a:ext>
              </a:extLst>
            </p:cNvPr>
            <p:cNvCxnSpPr/>
            <p:nvPr/>
          </p:nvCxnSpPr>
          <p:spPr>
            <a:xfrm flipV="1">
              <a:off x="4295999" y="4021200"/>
              <a:ext cx="0" cy="1777340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组合 54">
              <a:extLst>
                <a:ext uri="{FF2B5EF4-FFF2-40B4-BE49-F238E27FC236}">
                  <a16:creationId xmlns:a16="http://schemas.microsoft.com/office/drawing/2014/main" id="{9A916101-154E-7B27-A86B-B89D15DF6DA9}"/>
                </a:ext>
              </a:extLst>
            </p:cNvPr>
            <p:cNvGrpSpPr/>
            <p:nvPr/>
          </p:nvGrpSpPr>
          <p:grpSpPr>
            <a:xfrm>
              <a:off x="4196621" y="5797546"/>
              <a:ext cx="198756" cy="198756"/>
              <a:chOff x="3607648" y="5489862"/>
              <a:chExt cx="198756" cy="198756"/>
            </a:xfrm>
          </p:grpSpPr>
          <p:sp>
            <p:nvSpPr>
              <p:cNvPr id="22" name="椭圆 55">
                <a:extLst>
                  <a:ext uri="{FF2B5EF4-FFF2-40B4-BE49-F238E27FC236}">
                    <a16:creationId xmlns:a16="http://schemas.microsoft.com/office/drawing/2014/main" id="{C8952F13-6713-9731-9370-82AED924C171}"/>
                  </a:ext>
                </a:extLst>
              </p:cNvPr>
              <p:cNvSpPr/>
              <p:nvPr/>
            </p:nvSpPr>
            <p:spPr>
              <a:xfrm>
                <a:off x="3607648" y="5489862"/>
                <a:ext cx="198756" cy="198756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9525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127000" dist="635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椭圆 56">
                <a:extLst>
                  <a:ext uri="{FF2B5EF4-FFF2-40B4-BE49-F238E27FC236}">
                    <a16:creationId xmlns:a16="http://schemas.microsoft.com/office/drawing/2014/main" id="{015F9811-F6CA-366E-31E2-138165C8AC12}"/>
                  </a:ext>
                </a:extLst>
              </p:cNvPr>
              <p:cNvSpPr/>
              <p:nvPr/>
            </p:nvSpPr>
            <p:spPr>
              <a:xfrm>
                <a:off x="3671022" y="5553236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0FD794C-000B-EE39-1984-FD493A07B2BF}"/>
              </a:ext>
            </a:extLst>
          </p:cNvPr>
          <p:cNvSpPr txBox="1"/>
          <p:nvPr/>
        </p:nvSpPr>
        <p:spPr>
          <a:xfrm>
            <a:off x="695999" y="2102822"/>
            <a:ext cx="1380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accent1"/>
                </a:solidFill>
              </a:rPr>
              <a:t>概念發想期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CFE43658-35F6-FD9E-4378-00CFF43031A6}"/>
              </a:ext>
            </a:extLst>
          </p:cNvPr>
          <p:cNvSpPr txBox="1"/>
          <p:nvPr/>
        </p:nvSpPr>
        <p:spPr>
          <a:xfrm>
            <a:off x="4295998" y="4262780"/>
            <a:ext cx="1647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accent1">
                    <a:lumMod val="75000"/>
                  </a:schemeClr>
                </a:solidFill>
              </a:rPr>
              <a:t>初期開發挑戰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8ABB047-A675-9659-D219-9CFA45A31CA4}"/>
              </a:ext>
            </a:extLst>
          </p:cNvPr>
          <p:cNvSpPr txBox="1"/>
          <p:nvPr/>
        </p:nvSpPr>
        <p:spPr>
          <a:xfrm>
            <a:off x="7895999" y="2102822"/>
            <a:ext cx="1380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調整與進化</a:t>
            </a:r>
          </a:p>
        </p:txBody>
      </p:sp>
      <p:sp>
        <p:nvSpPr>
          <p:cNvPr id="29" name="內容版面配置區 2">
            <a:extLst>
              <a:ext uri="{FF2B5EF4-FFF2-40B4-BE49-F238E27FC236}">
                <a16:creationId xmlns:a16="http://schemas.microsoft.com/office/drawing/2014/main" id="{2781DFCD-ACB1-265D-6A3A-1B413830D814}"/>
              </a:ext>
            </a:extLst>
          </p:cNvPr>
          <p:cNvSpPr txBox="1">
            <a:spLocks/>
          </p:cNvSpPr>
          <p:nvPr/>
        </p:nvSpPr>
        <p:spPr>
          <a:xfrm>
            <a:off x="2352675" y="4763648"/>
            <a:ext cx="5479951" cy="1286726"/>
          </a:xfrm>
          <a:prstGeom prst="rect">
            <a:avLst/>
          </a:prstGeom>
          <a:noFill/>
          <a:ln>
            <a:noFill/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wrap="none" lIns="0" tIns="0" rIns="0" bIns="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zh-TW" altLang="en-US" sz="1400" b="1" dirty="0">
                <a:solidFill>
                  <a:schemeClr val="tx1"/>
                </a:solidFill>
              </a:rPr>
              <a:t>節奏判定不穩 ➝ 重構 </a:t>
            </a:r>
            <a:r>
              <a:rPr lang="en-US" altLang="zh-TW" sz="1400" b="1" dirty="0">
                <a:solidFill>
                  <a:schemeClr val="tx1"/>
                </a:solidFill>
              </a:rPr>
              <a:t>judgment.js </a:t>
            </a:r>
            <a:r>
              <a:rPr lang="zh-TW" altLang="en-US" sz="1400" b="1" dirty="0">
                <a:solidFill>
                  <a:schemeClr val="tx1"/>
                </a:solidFill>
              </a:rPr>
              <a:t>實作打擊距離計算</a:t>
            </a:r>
          </a:p>
          <a:p>
            <a:pPr>
              <a:buClr>
                <a:schemeClr val="tx1"/>
              </a:buClr>
            </a:pPr>
            <a:r>
              <a:rPr lang="zh-TW" altLang="en-US" sz="1400" b="1" dirty="0">
                <a:solidFill>
                  <a:schemeClr val="tx1"/>
                </a:solidFill>
              </a:rPr>
              <a:t>畫面變形 ➝ </a:t>
            </a:r>
            <a:r>
              <a:rPr lang="en-US" altLang="zh-TW" sz="1400" b="1" dirty="0">
                <a:solidFill>
                  <a:schemeClr val="tx1"/>
                </a:solidFill>
              </a:rPr>
              <a:t>canvas</a:t>
            </a:r>
            <a:r>
              <a:rPr lang="zh-TW" altLang="en-US" sz="1400" b="1" dirty="0">
                <a:solidFill>
                  <a:schemeClr val="tx1"/>
                </a:solidFill>
              </a:rPr>
              <a:t>＋</a:t>
            </a:r>
            <a:r>
              <a:rPr lang="en-US" altLang="zh-TW" sz="1400" b="1" dirty="0">
                <a:solidFill>
                  <a:schemeClr val="tx1"/>
                </a:solidFill>
              </a:rPr>
              <a:t>CSS clip-path</a:t>
            </a:r>
            <a:r>
              <a:rPr lang="zh-TW" altLang="en-US" sz="1400" b="1" dirty="0">
                <a:solidFill>
                  <a:schemeClr val="tx1"/>
                </a:solidFill>
              </a:rPr>
              <a:t>計算重調整，修正</a:t>
            </a:r>
            <a:r>
              <a:rPr lang="en-US" altLang="zh-TW" sz="1400" b="1" dirty="0">
                <a:solidFill>
                  <a:schemeClr val="tx1"/>
                </a:solidFill>
              </a:rPr>
              <a:t>UI</a:t>
            </a:r>
            <a:r>
              <a:rPr lang="zh-TW" altLang="en-US" sz="1400" b="1" dirty="0">
                <a:solidFill>
                  <a:schemeClr val="tx1"/>
                </a:solidFill>
              </a:rPr>
              <a:t>梯形賽道</a:t>
            </a:r>
          </a:p>
          <a:p>
            <a:pPr>
              <a:buClr>
                <a:schemeClr val="tx1"/>
              </a:buClr>
            </a:pPr>
            <a:r>
              <a:rPr lang="zh-TW" altLang="en-US" sz="1400" b="1" dirty="0">
                <a:solidFill>
                  <a:schemeClr val="tx1"/>
                </a:solidFill>
              </a:rPr>
              <a:t>動態視覺不一致 ➝ 整合 </a:t>
            </a:r>
            <a:r>
              <a:rPr lang="en-US" altLang="zh-TW" sz="1400" b="1" dirty="0">
                <a:solidFill>
                  <a:schemeClr val="tx1"/>
                </a:solidFill>
              </a:rPr>
              <a:t>combo</a:t>
            </a:r>
            <a:r>
              <a:rPr lang="zh-TW" altLang="en-US" sz="1400" b="1" dirty="0">
                <a:solidFill>
                  <a:schemeClr val="tx1"/>
                </a:solidFill>
              </a:rPr>
              <a:t>、</a:t>
            </a:r>
            <a:r>
              <a:rPr lang="en-US" altLang="zh-TW" sz="1400" b="1" dirty="0">
                <a:solidFill>
                  <a:schemeClr val="tx1"/>
                </a:solidFill>
              </a:rPr>
              <a:t>Fever</a:t>
            </a:r>
            <a:r>
              <a:rPr lang="zh-TW" altLang="en-US" sz="1400" b="1" dirty="0">
                <a:solidFill>
                  <a:schemeClr val="tx1"/>
                </a:solidFill>
              </a:rPr>
              <a:t>、鍵位閃光動畫統一</a:t>
            </a:r>
          </a:p>
        </p:txBody>
      </p:sp>
      <p:sp>
        <p:nvSpPr>
          <p:cNvPr id="30" name="內容版面配置區 2">
            <a:extLst>
              <a:ext uri="{FF2B5EF4-FFF2-40B4-BE49-F238E27FC236}">
                <a16:creationId xmlns:a16="http://schemas.microsoft.com/office/drawing/2014/main" id="{3381BB4D-77DF-DB54-56B4-D14C269FA093}"/>
              </a:ext>
            </a:extLst>
          </p:cNvPr>
          <p:cNvSpPr txBox="1">
            <a:spLocks/>
          </p:cNvSpPr>
          <p:nvPr/>
        </p:nvSpPr>
        <p:spPr>
          <a:xfrm>
            <a:off x="695999" y="2602817"/>
            <a:ext cx="2933024" cy="1286726"/>
          </a:xfrm>
          <a:prstGeom prst="rect">
            <a:avLst/>
          </a:prstGeom>
          <a:noFill/>
          <a:ln>
            <a:noFill/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wrap="square" lIns="0" tIns="0" rIns="0" bIns="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zh-TW" altLang="en-US" sz="1400" b="1" dirty="0">
                <a:solidFill>
                  <a:schemeClr val="tx1"/>
                </a:solidFill>
              </a:rPr>
              <a:t>三人小隊從「命運」主題出發</a:t>
            </a:r>
            <a:endParaRPr lang="en-US" altLang="zh-TW" sz="1400" b="1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zh-TW" altLang="en-US" sz="1400" b="1" dirty="0">
                <a:solidFill>
                  <a:schemeClr val="tx1"/>
                </a:solidFill>
              </a:rPr>
              <a:t>結合星級進程＋音樂拍點挑戰</a:t>
            </a:r>
          </a:p>
          <a:p>
            <a:pPr>
              <a:buClr>
                <a:schemeClr val="tx1"/>
              </a:buClr>
            </a:pPr>
            <a:r>
              <a:rPr lang="zh-TW" altLang="en-US" sz="1400" b="1" dirty="0">
                <a:solidFill>
                  <a:schemeClr val="tx1"/>
                </a:solidFill>
              </a:rPr>
              <a:t>發展出六大難度 → 星數象徵 → 關卡通關劇情</a:t>
            </a:r>
          </a:p>
        </p:txBody>
      </p:sp>
      <p:sp>
        <p:nvSpPr>
          <p:cNvPr id="31" name="內容版面配置區 2">
            <a:extLst>
              <a:ext uri="{FF2B5EF4-FFF2-40B4-BE49-F238E27FC236}">
                <a16:creationId xmlns:a16="http://schemas.microsoft.com/office/drawing/2014/main" id="{09A76B70-8984-6BB9-83ED-AB08711D566B}"/>
              </a:ext>
            </a:extLst>
          </p:cNvPr>
          <p:cNvSpPr txBox="1">
            <a:spLocks/>
          </p:cNvSpPr>
          <p:nvPr/>
        </p:nvSpPr>
        <p:spPr>
          <a:xfrm>
            <a:off x="6210307" y="2602817"/>
            <a:ext cx="5249688" cy="1286726"/>
          </a:xfrm>
          <a:prstGeom prst="rect">
            <a:avLst/>
          </a:prstGeom>
          <a:noFill/>
          <a:ln>
            <a:noFill/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wrap="square" lIns="0" tIns="0" rIns="0" bIns="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zh-TW" altLang="en-US" sz="1400" b="1" dirty="0">
                <a:solidFill>
                  <a:schemeClr val="tx1"/>
                </a:solidFill>
              </a:rPr>
              <a:t>聚焦「單點＋節奏密度變化」提升節奏純粹性</a:t>
            </a:r>
          </a:p>
          <a:p>
            <a:pPr>
              <a:buClr>
                <a:schemeClr val="tx1"/>
              </a:buClr>
            </a:pPr>
            <a:r>
              <a:rPr lang="zh-TW" altLang="en-US" sz="1400" b="1" dirty="0">
                <a:solidFill>
                  <a:schemeClr val="tx1"/>
                </a:solidFill>
              </a:rPr>
              <a:t>新增隱藏 </a:t>
            </a:r>
            <a:r>
              <a:rPr lang="en-US" altLang="zh-TW" sz="1400" b="1" dirty="0">
                <a:solidFill>
                  <a:schemeClr val="tx1"/>
                </a:solidFill>
              </a:rPr>
              <a:t>Fate Mode </a:t>
            </a:r>
            <a:r>
              <a:rPr lang="zh-TW" altLang="en-US" sz="1400" b="1" dirty="0">
                <a:solidFill>
                  <a:schemeClr val="tx1"/>
                </a:solidFill>
              </a:rPr>
              <a:t>關卡作為通關挑戰</a:t>
            </a:r>
            <a:endParaRPr lang="en-US" altLang="zh-TW" sz="1400" b="1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zh-TW" altLang="en-US" sz="1400" b="1" dirty="0">
                <a:solidFill>
                  <a:schemeClr val="tx1"/>
                </a:solidFill>
              </a:rPr>
              <a:t>增加成就感，回饋更多情緒價值</a:t>
            </a:r>
          </a:p>
          <a:p>
            <a:pPr>
              <a:buClr>
                <a:schemeClr val="tx1"/>
              </a:buClr>
            </a:pPr>
            <a:r>
              <a:rPr lang="zh-TW" altLang="en-US" sz="1400" b="1" dirty="0">
                <a:solidFill>
                  <a:schemeClr val="tx1"/>
                </a:solidFill>
              </a:rPr>
              <a:t>加入按鍵提示 </a:t>
            </a:r>
            <a:r>
              <a:rPr lang="en-US" altLang="zh-TW" sz="1400" b="1" dirty="0">
                <a:solidFill>
                  <a:schemeClr val="tx1"/>
                </a:solidFill>
              </a:rPr>
              <a:t>UI</a:t>
            </a:r>
            <a:r>
              <a:rPr lang="zh-TW" altLang="en-US" sz="1400" b="1" dirty="0">
                <a:solidFill>
                  <a:schemeClr val="tx1"/>
                </a:solidFill>
              </a:rPr>
              <a:t>、</a:t>
            </a:r>
            <a:r>
              <a:rPr lang="en-US" altLang="zh-TW" sz="1400" b="1" dirty="0">
                <a:solidFill>
                  <a:schemeClr val="tx1"/>
                </a:solidFill>
              </a:rPr>
              <a:t>Fever </a:t>
            </a:r>
            <a:r>
              <a:rPr lang="zh-TW" altLang="en-US" sz="1400" b="1" dirty="0">
                <a:solidFill>
                  <a:schemeClr val="tx1"/>
                </a:solidFill>
              </a:rPr>
              <a:t>特效、支援</a:t>
            </a:r>
            <a:r>
              <a:rPr lang="en-US" altLang="zh-TW" sz="1400" b="1" dirty="0">
                <a:solidFill>
                  <a:schemeClr val="tx1"/>
                </a:solidFill>
              </a:rPr>
              <a:t>Mobile </a:t>
            </a:r>
            <a:r>
              <a:rPr lang="zh-TW" altLang="en-US" sz="1400" b="1" dirty="0">
                <a:solidFill>
                  <a:schemeClr val="tx1"/>
                </a:solidFill>
              </a:rPr>
              <a:t>適應</a:t>
            </a:r>
          </a:p>
        </p:txBody>
      </p:sp>
    </p:spTree>
    <p:extLst>
      <p:ext uri="{BB962C8B-B14F-4D97-AF65-F5344CB8AC3E}">
        <p14:creationId xmlns:p14="http://schemas.microsoft.com/office/powerpoint/2010/main" val="3571234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391A395-66DA-4812-141F-A8B268DF9C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5CB211F-88E4-E285-C678-BA2436617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玩法設計亮點</a:t>
            </a:r>
          </a:p>
        </p:txBody>
      </p:sp>
      <p:sp>
        <p:nvSpPr>
          <p:cNvPr id="10" name="內容版面配置區 6">
            <a:extLst>
              <a:ext uri="{FF2B5EF4-FFF2-40B4-BE49-F238E27FC236}">
                <a16:creationId xmlns:a16="http://schemas.microsoft.com/office/drawing/2014/main" id="{40278BF3-0F39-B84D-ACA9-A7AE788B0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058751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zh-TW" altLang="en-US" sz="1200" dirty="0"/>
              <a:t>玩法設計亮點：極簡控制 </a:t>
            </a:r>
            <a:r>
              <a:rPr lang="en-US" altLang="zh-TW" sz="1200" dirty="0"/>
              <a:t>× </a:t>
            </a:r>
            <a:r>
              <a:rPr lang="zh-TW" altLang="en-US" sz="1200" dirty="0"/>
              <a:t>精準節奏 </a:t>
            </a:r>
            <a:r>
              <a:rPr lang="en-US" altLang="zh-TW" sz="1200" dirty="0"/>
              <a:t>× </a:t>
            </a:r>
            <a:r>
              <a:rPr lang="zh-TW" altLang="en-US" sz="1200" dirty="0"/>
              <a:t>爽感加成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## </a:t>
            </a:r>
            <a:r>
              <a:rPr lang="zh-TW" altLang="en-US" sz="1200" dirty="0"/>
              <a:t>🎮 五鍵打擊設計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玩家以左右手操作 </a:t>
            </a:r>
            <a:r>
              <a:rPr lang="en-US" altLang="zh-TW" sz="1200" dirty="0"/>
              <a:t>`D / F / </a:t>
            </a:r>
            <a:r>
              <a:rPr lang="zh-TW" altLang="en-US" sz="1200" dirty="0"/>
              <a:t>空白鍵 </a:t>
            </a:r>
            <a:r>
              <a:rPr lang="en-US" altLang="zh-TW" sz="1200" dirty="0"/>
              <a:t>/ J / K` </a:t>
            </a:r>
            <a:r>
              <a:rPr lang="zh-TW" altLang="en-US" sz="1200" dirty="0"/>
              <a:t>五鍵</a:t>
            </a:r>
          </a:p>
          <a:p>
            <a:pPr marL="36900" indent="0">
              <a:buNone/>
            </a:pPr>
            <a:r>
              <a:rPr lang="en-US" altLang="zh-TW" sz="1200" dirty="0"/>
              <a:t>- **</a:t>
            </a:r>
            <a:r>
              <a:rPr lang="zh-TW" altLang="en-US" sz="1200" dirty="0"/>
              <a:t>空白鍵**設計為中軸判定，增加節奏對稱感與「一體感打擊」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不同難度對應不同的按鍵頻率與排列組合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---</a:t>
            </a:r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## </a:t>
            </a:r>
            <a:r>
              <a:rPr lang="zh-TW" altLang="en-US" sz="1200" dirty="0"/>
              <a:t>🎯 判定系統與節奏體感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節奏判定採用四段評分：</a:t>
            </a:r>
            <a:r>
              <a:rPr lang="en-US" altLang="zh-TW" sz="1200" dirty="0"/>
              <a:t>`Perfect / Great / Good / </a:t>
            </a:r>
            <a:r>
              <a:rPr lang="en-US" altLang="zh-TW" sz="1200" dirty="0" err="1"/>
              <a:t>Miss`</a:t>
            </a: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- Canvas </a:t>
            </a:r>
            <a:r>
              <a:rPr lang="zh-TW" altLang="en-US" sz="1200" dirty="0"/>
              <a:t>上音符下落＋實時判定區對應，**擊打即有分數與動畫回饋**</a:t>
            </a:r>
          </a:p>
          <a:p>
            <a:pPr marL="36900" indent="0">
              <a:buNone/>
            </a:pPr>
            <a:r>
              <a:rPr lang="en-US" altLang="zh-TW" sz="1200" dirty="0"/>
              <a:t>- `judgment.js` </a:t>
            </a:r>
            <a:r>
              <a:rPr lang="zh-TW" altLang="en-US" sz="1200" dirty="0"/>
              <a:t>精細控制判距，讓每次命中都具節奏衝擊感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---</a:t>
            </a:r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## </a:t>
            </a:r>
            <a:r>
              <a:rPr lang="zh-TW" altLang="en-US" sz="1200" dirty="0"/>
              <a:t>🔥 </a:t>
            </a:r>
            <a:r>
              <a:rPr lang="en-US" altLang="zh-TW" sz="1200" dirty="0"/>
              <a:t>Fever </a:t>
            </a:r>
            <a:r>
              <a:rPr lang="zh-TW" altLang="en-US" sz="1200" dirty="0"/>
              <a:t>模式與 </a:t>
            </a:r>
            <a:r>
              <a:rPr lang="en-US" altLang="zh-TW" sz="1200" dirty="0"/>
              <a:t>Combo </a:t>
            </a:r>
            <a:r>
              <a:rPr lang="zh-TW" altLang="en-US" sz="1200" dirty="0"/>
              <a:t>引導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達成連續判定後觸發 </a:t>
            </a:r>
            <a:r>
              <a:rPr lang="en-US" altLang="zh-TW" sz="1200" dirty="0"/>
              <a:t>`Fever </a:t>
            </a:r>
            <a:r>
              <a:rPr lang="zh-TW" altLang="en-US" sz="1200" dirty="0"/>
              <a:t>模式</a:t>
            </a:r>
            <a:r>
              <a:rPr lang="en-US" altLang="zh-TW" sz="1200" dirty="0"/>
              <a:t>`</a:t>
            </a:r>
            <a:r>
              <a:rPr lang="zh-TW" altLang="en-US" sz="1200" dirty="0"/>
              <a:t>，音樂進入高潮，特效強化</a:t>
            </a:r>
          </a:p>
          <a:p>
            <a:pPr marL="36900" indent="0">
              <a:buNone/>
            </a:pPr>
            <a:r>
              <a:rPr lang="en-US" altLang="zh-TW" sz="1200" dirty="0"/>
              <a:t>- Combo </a:t>
            </a:r>
            <a:r>
              <a:rPr lang="zh-TW" altLang="en-US" sz="1200" dirty="0"/>
              <a:t>達特定門檻出現「閃光提示」、「音波動畫」、「得分加乘」</a:t>
            </a:r>
          </a:p>
          <a:p>
            <a:pPr marL="36900" indent="0">
              <a:buNone/>
            </a:pPr>
            <a:r>
              <a:rPr lang="en-US" altLang="zh-TW" sz="1200" dirty="0"/>
              <a:t>- Fever </a:t>
            </a:r>
            <a:r>
              <a:rPr lang="zh-TW" altLang="en-US" sz="1200" dirty="0"/>
              <a:t>設計強化玩家節奏掌握的成就感與表現慾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---</a:t>
            </a:r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## ⭐ </a:t>
            </a:r>
            <a:r>
              <a:rPr lang="zh-TW" altLang="en-US" sz="1200" dirty="0"/>
              <a:t>節奏設計重點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| </a:t>
            </a:r>
            <a:r>
              <a:rPr lang="zh-TW" altLang="en-US" sz="1200" dirty="0"/>
              <a:t>元素        </a:t>
            </a:r>
            <a:r>
              <a:rPr lang="en-US" altLang="zh-TW" sz="1200" dirty="0"/>
              <a:t>| </a:t>
            </a:r>
            <a:r>
              <a:rPr lang="zh-TW" altLang="en-US" sz="1200" dirty="0"/>
              <a:t>描述                                   </a:t>
            </a:r>
            <a:r>
              <a:rPr lang="en-US" altLang="zh-TW" sz="1200" dirty="0"/>
              <a:t>|</a:t>
            </a:r>
          </a:p>
          <a:p>
            <a:pPr marL="36900" indent="0">
              <a:buNone/>
            </a:pPr>
            <a:r>
              <a:rPr lang="en-US" altLang="zh-TW" sz="1200" dirty="0"/>
              <a:t>|-------------|----------------------------------------|</a:t>
            </a:r>
          </a:p>
          <a:p>
            <a:pPr marL="36900" indent="0">
              <a:buNone/>
            </a:pPr>
            <a:r>
              <a:rPr lang="en-US" altLang="zh-TW" sz="1200" dirty="0"/>
              <a:t>| </a:t>
            </a:r>
            <a:r>
              <a:rPr lang="zh-TW" altLang="en-US" sz="1200" dirty="0"/>
              <a:t>節奏密度控制 </a:t>
            </a:r>
            <a:r>
              <a:rPr lang="en-US" altLang="zh-TW" sz="1200" dirty="0"/>
              <a:t>| </a:t>
            </a:r>
            <a:r>
              <a:rPr lang="zh-TW" altLang="en-US" sz="1200" dirty="0"/>
              <a:t>不同關卡設定音符出現間隔與連打頻率         </a:t>
            </a:r>
            <a:r>
              <a:rPr lang="en-US" altLang="zh-TW" sz="1200" dirty="0"/>
              <a:t>|</a:t>
            </a:r>
          </a:p>
          <a:p>
            <a:pPr marL="36900" indent="0">
              <a:buNone/>
            </a:pPr>
            <a:r>
              <a:rPr lang="en-US" altLang="zh-TW" sz="1200" dirty="0"/>
              <a:t>| </a:t>
            </a:r>
            <a:r>
              <a:rPr lang="zh-TW" altLang="en-US" sz="1200" dirty="0"/>
              <a:t>難度設計     </a:t>
            </a:r>
            <a:r>
              <a:rPr lang="en-US" altLang="zh-TW" sz="1200" dirty="0"/>
              <a:t>| Beginner → Fate Mode </a:t>
            </a:r>
            <a:r>
              <a:rPr lang="zh-TW" altLang="en-US" sz="1200" dirty="0"/>
              <a:t>六級，逐步升溫        </a:t>
            </a:r>
            <a:r>
              <a:rPr lang="en-US" altLang="zh-TW" sz="1200" dirty="0"/>
              <a:t>|</a:t>
            </a:r>
          </a:p>
          <a:p>
            <a:pPr marL="36900" indent="0">
              <a:buNone/>
            </a:pPr>
            <a:r>
              <a:rPr lang="en-US" altLang="zh-TW" sz="1200" dirty="0"/>
              <a:t>| </a:t>
            </a:r>
            <a:r>
              <a:rPr lang="zh-TW" altLang="en-US" sz="1200" dirty="0"/>
              <a:t>玩家學習曲線 </a:t>
            </a:r>
            <a:r>
              <a:rPr lang="en-US" altLang="zh-TW" sz="1200" dirty="0"/>
              <a:t>| </a:t>
            </a:r>
            <a:r>
              <a:rPr lang="zh-TW" altLang="en-US" sz="1200" dirty="0"/>
              <a:t>首關練節奏感，後段挑戰「鍵位轉換 </a:t>
            </a:r>
            <a:r>
              <a:rPr lang="en-US" altLang="zh-TW" sz="1200" dirty="0"/>
              <a:t>+ </a:t>
            </a:r>
            <a:r>
              <a:rPr lang="zh-TW" altLang="en-US" sz="1200" dirty="0"/>
              <a:t>閃擊判定」 </a:t>
            </a:r>
            <a:r>
              <a:rPr lang="en-US" altLang="zh-TW" sz="1200" dirty="0"/>
              <a:t>|</a:t>
            </a:r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---</a:t>
            </a:r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## </a:t>
            </a:r>
            <a:r>
              <a:rPr lang="zh-TW" altLang="en-US" sz="1200" dirty="0"/>
              <a:t>🧠 技術結合亮點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使用 </a:t>
            </a:r>
            <a:r>
              <a:rPr lang="en-US" altLang="zh-TW" sz="1200" dirty="0"/>
              <a:t>`LEVEL_CONFIGS` </a:t>
            </a:r>
            <a:r>
              <a:rPr lang="zh-TW" altLang="en-US" sz="1200" dirty="0"/>
              <a:t>控制各關卡速度與密度參數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音符與節奏對應 </a:t>
            </a:r>
            <a:r>
              <a:rPr lang="en-US" altLang="zh-TW" sz="1200" dirty="0"/>
              <a:t>`</a:t>
            </a:r>
            <a:r>
              <a:rPr lang="en-US" altLang="zh-TW" sz="1200" dirty="0" err="1"/>
              <a:t>currentTime</a:t>
            </a:r>
            <a:r>
              <a:rPr lang="en-US" altLang="zh-TW" sz="1200" dirty="0"/>
              <a:t> → </a:t>
            </a:r>
            <a:r>
              <a:rPr lang="en-US" altLang="zh-TW" sz="1200" dirty="0" err="1"/>
              <a:t>note.time</a:t>
            </a:r>
            <a:r>
              <a:rPr lang="en-US" altLang="zh-TW" sz="1200" dirty="0"/>
              <a:t>` </a:t>
            </a:r>
            <a:r>
              <a:rPr lang="zh-TW" altLang="en-US" sz="1200" dirty="0"/>
              <a:t>計算位移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播放引擎與擊打邏輯整合於 </a:t>
            </a:r>
            <a:r>
              <a:rPr lang="en-US" altLang="zh-TW" sz="1200" dirty="0"/>
              <a:t>`game.js`</a:t>
            </a:r>
            <a:r>
              <a:rPr lang="zh-TW" altLang="en-US" sz="1200" dirty="0"/>
              <a:t>，所有擊打皆有回饋動畫與 </a:t>
            </a:r>
            <a:r>
              <a:rPr lang="en-US" altLang="zh-TW" sz="1200" dirty="0"/>
              <a:t>Combo </a:t>
            </a:r>
            <a:r>
              <a:rPr lang="zh-TW" altLang="en-US" sz="1200" dirty="0"/>
              <a:t>驅動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---</a:t>
            </a:r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## ✅ </a:t>
            </a:r>
            <a:r>
              <a:rPr lang="zh-TW" altLang="en-US" sz="1200" dirty="0"/>
              <a:t>小結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&gt; **</a:t>
            </a:r>
            <a:r>
              <a:rPr lang="zh-TW" altLang="en-US" sz="1200" dirty="0"/>
              <a:t>以五鍵為骨幹、節奏為靈魂、</a:t>
            </a:r>
            <a:r>
              <a:rPr lang="en-US" altLang="zh-TW" sz="1200" dirty="0"/>
              <a:t>Fever </a:t>
            </a:r>
            <a:r>
              <a:rPr lang="zh-TW" altLang="en-US" sz="1200" dirty="0"/>
              <a:t>為高潮，打造從新手到高手都能沉浸的節奏戰鬥體驗。**</a:t>
            </a:r>
          </a:p>
        </p:txBody>
      </p:sp>
    </p:spTree>
    <p:extLst>
      <p:ext uri="{BB962C8B-B14F-4D97-AF65-F5344CB8AC3E}">
        <p14:creationId xmlns:p14="http://schemas.microsoft.com/office/powerpoint/2010/main" val="1323424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712FA-9BD4-650D-CCA8-A26903E07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E3F182-990C-1307-CEB9-EAA2E8A3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玩法設計亮點</a:t>
            </a:r>
          </a:p>
        </p:txBody>
      </p:sp>
      <p:sp>
        <p:nvSpPr>
          <p:cNvPr id="10" name="內容版面配置區 6">
            <a:extLst>
              <a:ext uri="{FF2B5EF4-FFF2-40B4-BE49-F238E27FC236}">
                <a16:creationId xmlns:a16="http://schemas.microsoft.com/office/drawing/2014/main" id="{C0770BCB-7A9C-B898-1824-D63ED8714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058751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zh-TW" altLang="en-US" sz="1600" b="1" dirty="0">
                <a:effectLst/>
              </a:rPr>
              <a:t>極簡五鍵操作 </a:t>
            </a:r>
            <a:r>
              <a:rPr lang="en-US" altLang="zh-TW" sz="1600" b="1" dirty="0">
                <a:effectLst/>
              </a:rPr>
              <a:t>× </a:t>
            </a:r>
            <a:r>
              <a:rPr lang="zh-TW" altLang="en-US" sz="1600" b="1" dirty="0">
                <a:effectLst/>
              </a:rPr>
              <a:t>精準節奏判定 </a:t>
            </a:r>
            <a:r>
              <a:rPr lang="en-US" altLang="zh-TW" sz="1600" b="1" dirty="0">
                <a:effectLst/>
              </a:rPr>
              <a:t>× </a:t>
            </a:r>
            <a:r>
              <a:rPr lang="zh-TW" altLang="en-US" sz="1600" b="1" dirty="0">
                <a:effectLst/>
              </a:rPr>
              <a:t>高度爽感回饋</a:t>
            </a:r>
            <a:endParaRPr lang="en-US" altLang="zh-TW" sz="1600" b="1" dirty="0">
              <a:effectLst/>
            </a:endParaRPr>
          </a:p>
          <a:p>
            <a:pPr marL="36900" indent="0">
              <a:buNone/>
            </a:pPr>
            <a:r>
              <a:rPr lang="zh-TW" altLang="en-US" sz="1600" dirty="0">
                <a:effectLst/>
              </a:rPr>
              <a:t>以五鍵操作為核心，結合精準判定與熱血 </a:t>
            </a:r>
            <a:r>
              <a:rPr lang="en-US" altLang="zh-TW" sz="1600" dirty="0">
                <a:effectLst/>
              </a:rPr>
              <a:t>Fever</a:t>
            </a:r>
            <a:r>
              <a:rPr lang="zh-TW" altLang="en-US" sz="1600" dirty="0">
                <a:effectLst/>
              </a:rPr>
              <a:t>，打造人人都能沉浸的節奏戰鬥體驗。</a:t>
            </a:r>
            <a:endParaRPr lang="en-US" altLang="zh-TW" sz="1600" dirty="0">
              <a:effectLst/>
            </a:endParaRPr>
          </a:p>
          <a:p>
            <a:pPr marL="36900" indent="0">
              <a:buNone/>
            </a:pPr>
            <a:endParaRPr lang="zh-TW" altLang="en-US" sz="1600" b="1" dirty="0">
              <a:effectLst/>
            </a:endParaRPr>
          </a:p>
          <a:p>
            <a:pPr marL="36900" indent="0">
              <a:buNone/>
            </a:pPr>
            <a:r>
              <a:rPr lang="zh-TW" altLang="en-US" sz="1600" b="1" dirty="0">
                <a:effectLst/>
              </a:rPr>
              <a:t>五鍵打擊設計</a:t>
            </a:r>
            <a:br>
              <a:rPr lang="zh-TW" altLang="en-US" sz="1600" dirty="0">
                <a:effectLst/>
              </a:rPr>
            </a:br>
            <a:r>
              <a:rPr lang="zh-TW" altLang="en-US" sz="1600" dirty="0">
                <a:effectLst/>
              </a:rPr>
              <a:t>玩家用 </a:t>
            </a:r>
            <a:r>
              <a:rPr lang="en-US" altLang="zh-TW" sz="1600" dirty="0">
                <a:effectLst/>
              </a:rPr>
              <a:t>D / F / </a:t>
            </a:r>
            <a:r>
              <a:rPr lang="zh-TW" altLang="en-US" sz="1600" dirty="0">
                <a:effectLst/>
              </a:rPr>
              <a:t>空白鍵 </a:t>
            </a:r>
            <a:r>
              <a:rPr lang="en-US" altLang="zh-TW" sz="1600" dirty="0">
                <a:effectLst/>
              </a:rPr>
              <a:t>/ J / K </a:t>
            </a:r>
            <a:r>
              <a:rPr lang="zh-TW" altLang="en-US" sz="1600" dirty="0">
                <a:effectLst/>
              </a:rPr>
              <a:t>雙手操作，</a:t>
            </a:r>
            <a:br>
              <a:rPr lang="zh-TW" altLang="en-US" sz="1600" dirty="0">
                <a:effectLst/>
              </a:rPr>
            </a:br>
            <a:r>
              <a:rPr lang="zh-TW" altLang="en-US" sz="1600" dirty="0">
                <a:effectLst/>
              </a:rPr>
              <a:t>空白鍵作為節奏中軸，增強節奏對稱感與整體打擊感。</a:t>
            </a:r>
            <a:br>
              <a:rPr lang="zh-TW" altLang="en-US" sz="1600" dirty="0">
                <a:effectLst/>
              </a:rPr>
            </a:br>
            <a:r>
              <a:rPr lang="zh-TW" altLang="en-US" sz="1600" dirty="0">
                <a:effectLst/>
              </a:rPr>
              <a:t>隨難度變化，鍵位頻率與排列組合不同，挑戰感逐步提升。</a:t>
            </a:r>
          </a:p>
          <a:p>
            <a:pPr marL="36900" indent="0">
              <a:buNone/>
            </a:pPr>
            <a:r>
              <a:rPr lang="zh-TW" altLang="en-US" sz="1600" b="1" dirty="0">
                <a:effectLst/>
              </a:rPr>
              <a:t>四段節奏判定</a:t>
            </a:r>
            <a:br>
              <a:rPr lang="zh-TW" altLang="en-US" sz="1600" dirty="0">
                <a:effectLst/>
              </a:rPr>
            </a:br>
            <a:r>
              <a:rPr lang="zh-TW" altLang="en-US" sz="1600" dirty="0">
                <a:effectLst/>
              </a:rPr>
              <a:t>節奏判定分 </a:t>
            </a:r>
            <a:r>
              <a:rPr lang="en-US" altLang="zh-TW" sz="1600" dirty="0">
                <a:effectLst/>
              </a:rPr>
              <a:t>Perfect / Great / Good / Miss</a:t>
            </a:r>
            <a:r>
              <a:rPr lang="zh-TW" altLang="en-US" sz="1600" dirty="0">
                <a:effectLst/>
              </a:rPr>
              <a:t>，</a:t>
            </a:r>
            <a:br>
              <a:rPr lang="zh-TW" altLang="en-US" sz="1600" dirty="0">
                <a:effectLst/>
              </a:rPr>
            </a:br>
            <a:r>
              <a:rPr lang="zh-TW" altLang="en-US" sz="1600" dirty="0">
                <a:effectLst/>
              </a:rPr>
              <a:t>音符落下與實時判定區同步，擊打即有分數與動畫回饋，確保節奏感強烈。</a:t>
            </a:r>
          </a:p>
          <a:p>
            <a:pPr marL="36900" indent="0">
              <a:buNone/>
            </a:pPr>
            <a:r>
              <a:rPr lang="en-US" altLang="zh-TW" sz="1600" b="1" dirty="0">
                <a:effectLst/>
              </a:rPr>
              <a:t>Fever </a:t>
            </a:r>
            <a:r>
              <a:rPr lang="zh-TW" altLang="en-US" sz="1600" b="1" dirty="0">
                <a:effectLst/>
              </a:rPr>
              <a:t>模式與 </a:t>
            </a:r>
            <a:r>
              <a:rPr lang="en-US" altLang="zh-TW" sz="1600" b="1" dirty="0">
                <a:effectLst/>
              </a:rPr>
              <a:t>Combo </a:t>
            </a:r>
            <a:r>
              <a:rPr lang="zh-TW" altLang="en-US" sz="1600" b="1" dirty="0">
                <a:effectLst/>
              </a:rPr>
              <a:t>系統</a:t>
            </a:r>
            <a:br>
              <a:rPr lang="zh-TW" altLang="en-US" sz="1600" dirty="0">
                <a:effectLst/>
              </a:rPr>
            </a:br>
            <a:r>
              <a:rPr lang="zh-TW" altLang="en-US" sz="1600" dirty="0">
                <a:effectLst/>
              </a:rPr>
              <a:t>連續命中觸發 </a:t>
            </a:r>
            <a:r>
              <a:rPr lang="en-US" altLang="zh-TW" sz="1600" dirty="0">
                <a:effectLst/>
              </a:rPr>
              <a:t>Fever</a:t>
            </a:r>
            <a:r>
              <a:rPr lang="zh-TW" altLang="en-US" sz="1600" dirty="0">
                <a:effectLst/>
              </a:rPr>
              <a:t>，進入高潮特效與得分加乘，</a:t>
            </a:r>
            <a:br>
              <a:rPr lang="zh-TW" altLang="en-US" sz="1600" dirty="0">
                <a:effectLst/>
              </a:rPr>
            </a:br>
            <a:r>
              <a:rPr lang="zh-TW" altLang="en-US" sz="1600" dirty="0">
                <a:effectLst/>
              </a:rPr>
              <a:t>促進玩家節奏掌握與成就感爆棚。</a:t>
            </a:r>
          </a:p>
          <a:p>
            <a:pPr marL="36900" indent="0">
              <a:buNone/>
            </a:pPr>
            <a:r>
              <a:rPr lang="zh-TW" altLang="en-US" sz="1600" b="1" dirty="0">
                <a:effectLst/>
              </a:rPr>
              <a:t>節奏設計重點</a:t>
            </a:r>
            <a:br>
              <a:rPr lang="zh-TW" altLang="en-US" sz="1600" dirty="0">
                <a:effectLst/>
              </a:rPr>
            </a:br>
            <a:r>
              <a:rPr lang="zh-TW" altLang="en-US" sz="1600" dirty="0">
                <a:effectLst/>
              </a:rPr>
              <a:t>關卡節奏密度與難度循序上升，從入門練習到高階「鍵位轉換＋閃擊判定」，讓玩家循序漸進挑戰。</a:t>
            </a:r>
          </a:p>
        </p:txBody>
      </p:sp>
    </p:spTree>
    <p:extLst>
      <p:ext uri="{BB962C8B-B14F-4D97-AF65-F5344CB8AC3E}">
        <p14:creationId xmlns:p14="http://schemas.microsoft.com/office/powerpoint/2010/main" val="696314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B6168-D92D-0AD4-7384-F8F09C226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F41F00D-CDCB-C926-F91F-16131B1973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9E27B30-1F2D-5FE9-0133-AFD70C712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核心功能模組</a:t>
            </a:r>
          </a:p>
        </p:txBody>
      </p:sp>
      <p:sp>
        <p:nvSpPr>
          <p:cNvPr id="3" name="內容版面配置區 6">
            <a:extLst>
              <a:ext uri="{FF2B5EF4-FFF2-40B4-BE49-F238E27FC236}">
                <a16:creationId xmlns:a16="http://schemas.microsoft.com/office/drawing/2014/main" id="{E2150678-EDCA-1C3A-002C-AD6A73B88BAA}"/>
              </a:ext>
            </a:extLst>
          </p:cNvPr>
          <p:cNvSpPr txBox="1">
            <a:spLocks/>
          </p:cNvSpPr>
          <p:nvPr/>
        </p:nvSpPr>
        <p:spPr>
          <a:xfrm>
            <a:off x="1066195" y="18848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b="1" dirty="0">
                <a:effectLst/>
              </a:rPr>
              <a:t>粒子背景系統</a:t>
            </a:r>
            <a:r>
              <a:rPr lang="zh-TW" altLang="en-US" dirty="0">
                <a:effectLst/>
              </a:rPr>
              <a:t> </a:t>
            </a:r>
            <a:r>
              <a:rPr lang="en-US" altLang="zh-TW" dirty="0">
                <a:effectLst/>
              </a:rPr>
              <a:t>- </a:t>
            </a:r>
            <a:r>
              <a:rPr lang="zh-TW" altLang="en-US" dirty="0">
                <a:effectLst/>
              </a:rPr>
              <a:t>動態粒子效果</a:t>
            </a:r>
          </a:p>
          <a:p>
            <a:r>
              <a:rPr lang="zh-TW" altLang="en-US" b="1" dirty="0">
                <a:effectLst/>
              </a:rPr>
              <a:t>音頻可視化系統</a:t>
            </a:r>
            <a:r>
              <a:rPr lang="zh-TW" altLang="en-US" dirty="0">
                <a:effectLst/>
              </a:rPr>
              <a:t> </a:t>
            </a:r>
            <a:r>
              <a:rPr lang="en-US" altLang="zh-TW" dirty="0">
                <a:effectLst/>
              </a:rPr>
              <a:t>- </a:t>
            </a:r>
            <a:r>
              <a:rPr lang="zh-TW" altLang="en-US" dirty="0">
                <a:effectLst/>
              </a:rPr>
              <a:t>音樂頻譜分析與視覺化</a:t>
            </a:r>
          </a:p>
          <a:p>
            <a:r>
              <a:rPr lang="zh-TW" altLang="en-US" b="1" dirty="0">
                <a:effectLst/>
              </a:rPr>
              <a:t>遊戲核心邏輯</a:t>
            </a:r>
            <a:r>
              <a:rPr lang="zh-TW" altLang="en-US" dirty="0">
                <a:effectLst/>
              </a:rPr>
              <a:t> </a:t>
            </a:r>
            <a:r>
              <a:rPr lang="en-US" altLang="zh-TW" dirty="0">
                <a:effectLst/>
              </a:rPr>
              <a:t>- </a:t>
            </a:r>
            <a:r>
              <a:rPr lang="zh-TW" altLang="en-US" dirty="0">
                <a:effectLst/>
              </a:rPr>
              <a:t>音符生成、判定、計分</a:t>
            </a:r>
          </a:p>
          <a:p>
            <a:r>
              <a:rPr lang="zh-TW" altLang="en-US" b="1" dirty="0">
                <a:effectLst/>
              </a:rPr>
              <a:t>多難度系統</a:t>
            </a:r>
            <a:r>
              <a:rPr lang="zh-TW" altLang="en-US" dirty="0">
                <a:effectLst/>
              </a:rPr>
              <a:t> </a:t>
            </a:r>
            <a:r>
              <a:rPr lang="en-US" altLang="zh-TW" dirty="0">
                <a:effectLst/>
              </a:rPr>
              <a:t>- 6</a:t>
            </a:r>
            <a:r>
              <a:rPr lang="zh-TW" altLang="en-US" dirty="0">
                <a:effectLst/>
              </a:rPr>
              <a:t>個難度等級，包含特殊解鎖條件</a:t>
            </a:r>
          </a:p>
          <a:p>
            <a:r>
              <a:rPr lang="zh-TW" altLang="en-US" b="1" dirty="0">
                <a:effectLst/>
              </a:rPr>
              <a:t>音效管理系統</a:t>
            </a:r>
            <a:r>
              <a:rPr lang="zh-TW" altLang="en-US" dirty="0">
                <a:effectLst/>
              </a:rPr>
              <a:t> </a:t>
            </a:r>
            <a:r>
              <a:rPr lang="en-US" altLang="zh-TW" dirty="0">
                <a:effectLst/>
              </a:rPr>
              <a:t>- </a:t>
            </a:r>
            <a:r>
              <a:rPr lang="zh-TW" altLang="en-US" dirty="0">
                <a:effectLst/>
              </a:rPr>
              <a:t>多軌道音頻控制</a:t>
            </a:r>
          </a:p>
          <a:p>
            <a:r>
              <a:rPr lang="zh-TW" altLang="en-US" b="1" dirty="0">
                <a:effectLst/>
              </a:rPr>
              <a:t>視覺效果系統</a:t>
            </a:r>
            <a:r>
              <a:rPr lang="zh-TW" altLang="en-US" dirty="0">
                <a:effectLst/>
              </a:rPr>
              <a:t> </a:t>
            </a:r>
            <a:r>
              <a:rPr lang="en-US" altLang="zh-TW" dirty="0">
                <a:effectLst/>
              </a:rPr>
              <a:t>- </a:t>
            </a:r>
            <a:r>
              <a:rPr lang="zh-TW" altLang="en-US" dirty="0">
                <a:effectLst/>
              </a:rPr>
              <a:t>各種動畫和特效</a:t>
            </a:r>
          </a:p>
          <a:p>
            <a:r>
              <a:rPr lang="en-US" altLang="zh-TW" b="1" dirty="0">
                <a:effectLst/>
              </a:rPr>
              <a:t>UI/UX</a:t>
            </a:r>
            <a:r>
              <a:rPr lang="zh-TW" altLang="en-US" b="1" dirty="0">
                <a:effectLst/>
              </a:rPr>
              <a:t>系統</a:t>
            </a:r>
            <a:r>
              <a:rPr lang="zh-TW" altLang="en-US" dirty="0">
                <a:effectLst/>
              </a:rPr>
              <a:t> </a:t>
            </a:r>
            <a:r>
              <a:rPr lang="en-US" altLang="zh-TW" dirty="0">
                <a:effectLst/>
              </a:rPr>
              <a:t>- </a:t>
            </a:r>
            <a:r>
              <a:rPr lang="zh-TW" altLang="en-US" dirty="0">
                <a:effectLst/>
              </a:rPr>
              <a:t>響應式設計、動畫、互動</a:t>
            </a:r>
          </a:p>
          <a:p>
            <a:r>
              <a:rPr lang="zh-TW" altLang="en-US" b="1" dirty="0">
                <a:effectLst/>
              </a:rPr>
              <a:t>成就系統</a:t>
            </a:r>
            <a:r>
              <a:rPr lang="zh-TW" altLang="en-US" dirty="0">
                <a:effectLst/>
              </a:rPr>
              <a:t> </a:t>
            </a:r>
            <a:r>
              <a:rPr lang="en-US" altLang="zh-TW" dirty="0">
                <a:effectLst/>
              </a:rPr>
              <a:t>- </a:t>
            </a:r>
            <a:r>
              <a:rPr lang="zh-TW" altLang="en-US" dirty="0">
                <a:effectLst/>
              </a:rPr>
              <a:t>玩家進度追蹤</a:t>
            </a:r>
          </a:p>
          <a:p>
            <a:r>
              <a:rPr lang="zh-TW" altLang="en-US" b="1" dirty="0">
                <a:effectLst/>
              </a:rPr>
              <a:t>排行榜系統</a:t>
            </a:r>
            <a:r>
              <a:rPr lang="zh-TW" altLang="en-US" dirty="0">
                <a:effectLst/>
              </a:rPr>
              <a:t> </a:t>
            </a:r>
            <a:r>
              <a:rPr lang="en-US" altLang="zh-TW" dirty="0">
                <a:effectLst/>
              </a:rPr>
              <a:t>- </a:t>
            </a:r>
            <a:r>
              <a:rPr lang="zh-TW" altLang="en-US" dirty="0">
                <a:effectLst/>
              </a:rPr>
              <a:t>分數記錄與顯示</a:t>
            </a:r>
          </a:p>
          <a:p>
            <a:r>
              <a:rPr lang="zh-TW" altLang="en-US" b="1" dirty="0">
                <a:effectLst/>
              </a:rPr>
              <a:t>團隊介紹系統</a:t>
            </a:r>
            <a:r>
              <a:rPr lang="zh-TW" altLang="en-US" dirty="0">
                <a:effectLst/>
              </a:rPr>
              <a:t> </a:t>
            </a:r>
            <a:r>
              <a:rPr lang="en-US" altLang="zh-TW" dirty="0">
                <a:effectLst/>
              </a:rPr>
              <a:t>- </a:t>
            </a:r>
            <a:r>
              <a:rPr lang="zh-TW" altLang="en-US" dirty="0">
                <a:effectLst/>
              </a:rPr>
              <a:t>完整的團隊展示頁面</a:t>
            </a:r>
          </a:p>
        </p:txBody>
      </p:sp>
    </p:spTree>
    <p:extLst>
      <p:ext uri="{BB962C8B-B14F-4D97-AF65-F5344CB8AC3E}">
        <p14:creationId xmlns:p14="http://schemas.microsoft.com/office/powerpoint/2010/main" val="2669704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3ABE3-FA79-F606-9FEB-A0FBA6DAD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4862C3C-8565-78FB-94A6-812F5390FA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9D20897-3265-36FB-F2C0-40BD6B8D4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技術特點</a:t>
            </a:r>
          </a:p>
        </p:txBody>
      </p:sp>
      <p:sp>
        <p:nvSpPr>
          <p:cNvPr id="3" name="內容版面配置區 6">
            <a:extLst>
              <a:ext uri="{FF2B5EF4-FFF2-40B4-BE49-F238E27FC236}">
                <a16:creationId xmlns:a16="http://schemas.microsoft.com/office/drawing/2014/main" id="{E0E0D60A-72EE-098A-3355-033817CA669D}"/>
              </a:ext>
            </a:extLst>
          </p:cNvPr>
          <p:cNvSpPr txBox="1">
            <a:spLocks/>
          </p:cNvSpPr>
          <p:nvPr/>
        </p:nvSpPr>
        <p:spPr>
          <a:xfrm>
            <a:off x="1066195" y="18848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>
                <a:effectLst/>
              </a:rPr>
              <a:t>Canvas 2D </a:t>
            </a:r>
            <a:r>
              <a:rPr lang="zh-TW" altLang="en-US" b="1" dirty="0">
                <a:effectLst/>
              </a:rPr>
              <a:t>渲染</a:t>
            </a:r>
            <a:r>
              <a:rPr lang="zh-TW" altLang="en-US" dirty="0">
                <a:effectLst/>
              </a:rPr>
              <a:t> </a:t>
            </a:r>
            <a:r>
              <a:rPr lang="en-US" altLang="zh-TW" dirty="0">
                <a:effectLst/>
              </a:rPr>
              <a:t>- </a:t>
            </a:r>
            <a:r>
              <a:rPr lang="zh-TW" altLang="en-US" dirty="0">
                <a:effectLst/>
              </a:rPr>
              <a:t>複雜的視覺效果</a:t>
            </a:r>
          </a:p>
          <a:p>
            <a:r>
              <a:rPr lang="zh-TW" altLang="en-US" b="1" dirty="0">
                <a:effectLst/>
              </a:rPr>
              <a:t>音頻 </a:t>
            </a:r>
            <a:r>
              <a:rPr lang="en-US" altLang="zh-TW" b="1" dirty="0">
                <a:effectLst/>
              </a:rPr>
              <a:t>API </a:t>
            </a:r>
            <a:r>
              <a:rPr lang="zh-TW" altLang="en-US" b="1" dirty="0">
                <a:effectLst/>
              </a:rPr>
              <a:t>整合</a:t>
            </a:r>
            <a:r>
              <a:rPr lang="zh-TW" altLang="en-US" dirty="0">
                <a:effectLst/>
              </a:rPr>
              <a:t> </a:t>
            </a:r>
            <a:r>
              <a:rPr lang="en-US" altLang="zh-TW" dirty="0">
                <a:effectLst/>
              </a:rPr>
              <a:t>- Web Audio API </a:t>
            </a:r>
            <a:r>
              <a:rPr lang="zh-TW" altLang="en-US" dirty="0">
                <a:effectLst/>
              </a:rPr>
              <a:t>使用</a:t>
            </a:r>
          </a:p>
          <a:p>
            <a:r>
              <a:rPr lang="zh-TW" altLang="en-US" b="1" dirty="0">
                <a:effectLst/>
              </a:rPr>
              <a:t>響應式設計</a:t>
            </a:r>
            <a:r>
              <a:rPr lang="zh-TW" altLang="en-US" dirty="0">
                <a:effectLst/>
              </a:rPr>
              <a:t> </a:t>
            </a:r>
            <a:r>
              <a:rPr lang="en-US" altLang="zh-TW" dirty="0">
                <a:effectLst/>
              </a:rPr>
              <a:t>- </a:t>
            </a:r>
            <a:r>
              <a:rPr lang="zh-TW" altLang="en-US" dirty="0">
                <a:effectLst/>
              </a:rPr>
              <a:t>多設備適配</a:t>
            </a:r>
          </a:p>
          <a:p>
            <a:r>
              <a:rPr lang="zh-TW" altLang="en-US" b="1" dirty="0">
                <a:effectLst/>
              </a:rPr>
              <a:t>動畫系統</a:t>
            </a:r>
            <a:r>
              <a:rPr lang="zh-TW" altLang="en-US" dirty="0">
                <a:effectLst/>
              </a:rPr>
              <a:t> </a:t>
            </a:r>
            <a:r>
              <a:rPr lang="en-US" altLang="zh-TW" dirty="0">
                <a:effectLst/>
              </a:rPr>
              <a:t>- </a:t>
            </a:r>
            <a:r>
              <a:rPr lang="zh-TW" altLang="en-US" dirty="0">
                <a:effectLst/>
              </a:rPr>
              <a:t>大量 </a:t>
            </a:r>
            <a:r>
              <a:rPr lang="en-US" altLang="zh-TW" dirty="0">
                <a:effectLst/>
              </a:rPr>
              <a:t>CSS </a:t>
            </a:r>
            <a:r>
              <a:rPr lang="zh-TW" altLang="en-US" dirty="0">
                <a:effectLst/>
              </a:rPr>
              <a:t>動畫和 </a:t>
            </a:r>
            <a:r>
              <a:rPr lang="en-US" altLang="zh-TW" dirty="0">
                <a:effectLst/>
              </a:rPr>
              <a:t>JS </a:t>
            </a:r>
            <a:r>
              <a:rPr lang="zh-TW" altLang="en-US" dirty="0">
                <a:effectLst/>
              </a:rPr>
              <a:t>動畫</a:t>
            </a:r>
          </a:p>
          <a:p>
            <a:r>
              <a:rPr lang="zh-TW" altLang="en-US" b="1" dirty="0">
                <a:effectLst/>
              </a:rPr>
              <a:t>狀態管理</a:t>
            </a:r>
            <a:r>
              <a:rPr lang="zh-TW" altLang="en-US" dirty="0">
                <a:effectLst/>
              </a:rPr>
              <a:t> </a:t>
            </a:r>
            <a:r>
              <a:rPr lang="en-US" altLang="zh-TW" dirty="0">
                <a:effectLst/>
              </a:rPr>
              <a:t>- </a:t>
            </a:r>
            <a:r>
              <a:rPr lang="zh-TW" altLang="en-US" dirty="0">
                <a:effectLst/>
              </a:rPr>
              <a:t>複雜的遊戲狀態控制</a:t>
            </a:r>
          </a:p>
          <a:p>
            <a:r>
              <a:rPr lang="zh-TW" altLang="en-US" b="1" dirty="0">
                <a:effectLst/>
              </a:rPr>
              <a:t>本地儲存</a:t>
            </a:r>
            <a:r>
              <a:rPr lang="zh-TW" altLang="en-US" dirty="0">
                <a:effectLst/>
              </a:rPr>
              <a:t> </a:t>
            </a:r>
            <a:r>
              <a:rPr lang="en-US" altLang="zh-TW" dirty="0">
                <a:effectLst/>
              </a:rPr>
              <a:t>- </a:t>
            </a:r>
            <a:r>
              <a:rPr lang="en-US" altLang="zh-TW" dirty="0" err="1">
                <a:effectLst/>
              </a:rPr>
              <a:t>localStorage</a:t>
            </a:r>
            <a:r>
              <a:rPr lang="en-US" altLang="zh-TW" dirty="0">
                <a:effectLst/>
              </a:rPr>
              <a:t> </a:t>
            </a:r>
            <a:r>
              <a:rPr lang="zh-TW" altLang="en-US" dirty="0">
                <a:effectLst/>
              </a:rPr>
              <a:t>資料管理</a:t>
            </a:r>
          </a:p>
        </p:txBody>
      </p:sp>
    </p:spTree>
    <p:extLst>
      <p:ext uri="{BB962C8B-B14F-4D97-AF65-F5344CB8AC3E}">
        <p14:creationId xmlns:p14="http://schemas.microsoft.com/office/powerpoint/2010/main" val="2287099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979E1-54BA-DF8B-1DDA-8292E02D1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211D7F4-841F-4C5C-A94F-4EB86EA733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13C6C28-E617-DE8F-0162-15D46BD83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世界觀與劇情設計</a:t>
            </a:r>
          </a:p>
        </p:txBody>
      </p:sp>
      <p:sp>
        <p:nvSpPr>
          <p:cNvPr id="3" name="內容版面配置區 6">
            <a:extLst>
              <a:ext uri="{FF2B5EF4-FFF2-40B4-BE49-F238E27FC236}">
                <a16:creationId xmlns:a16="http://schemas.microsoft.com/office/drawing/2014/main" id="{48EB6ACD-7C5D-D7AB-1AAC-9AF9EFD17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058751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en-US" altLang="zh-TW" sz="1200" dirty="0"/>
              <a:t>## </a:t>
            </a:r>
            <a:r>
              <a:rPr lang="zh-TW" altLang="en-US" sz="1200" dirty="0"/>
              <a:t>🌌 故事核心：命運之路的節奏試煉</a:t>
            </a:r>
          </a:p>
          <a:p>
            <a:pPr marL="36900" indent="0">
              <a:buNone/>
            </a:pPr>
            <a:r>
              <a:rPr lang="en-US" altLang="zh-TW" sz="1200" dirty="0"/>
              <a:t>&gt; </a:t>
            </a:r>
            <a:r>
              <a:rPr lang="zh-TW" altLang="en-US" sz="1200" dirty="0"/>
              <a:t>玩家將踏上一段象徵自我突破的命運挑戰旅程，  </a:t>
            </a:r>
          </a:p>
          <a:p>
            <a:pPr marL="36900" indent="0">
              <a:buNone/>
            </a:pPr>
            <a:r>
              <a:rPr lang="en-US" altLang="zh-TW" sz="1200" dirty="0"/>
              <a:t>&gt; </a:t>
            </a:r>
            <a:r>
              <a:rPr lang="zh-TW" altLang="en-US" sz="1200" dirty="0"/>
              <a:t>每一關都是一段節奏對話，從初識自我、接受混亂、走向命運。</a:t>
            </a:r>
            <a:endParaRPr lang="en-US" altLang="zh-TW" sz="1200" dirty="0"/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## </a:t>
            </a:r>
            <a:r>
              <a:rPr lang="zh-TW" altLang="en-US" sz="1200" dirty="0"/>
              <a:t>🔐 關卡設計理念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每一關卡不只是難度，而是**節奏與故事的合一**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玩家從簡單節奏逐漸進入高壓與視覺震撼，體會「命運並非逃避，而是擊打出來的節奏」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最終 </a:t>
            </a:r>
            <a:r>
              <a:rPr lang="en-US" altLang="zh-TW" sz="1200" dirty="0"/>
              <a:t>Fate Mode </a:t>
            </a:r>
            <a:r>
              <a:rPr lang="zh-TW" altLang="en-US" sz="1200" dirty="0"/>
              <a:t>結合所有元素：高速、視覺爆炸、極限判定 → 檢驗真正的節奏掌握者</a:t>
            </a:r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## </a:t>
            </a:r>
            <a:r>
              <a:rPr lang="zh-TW" altLang="en-US" sz="1200" dirty="0"/>
              <a:t>🧠 劇情引導與互動補強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開場／過關有簡短文字引導：「你聽見命運的聲音了嗎？」、「下一關，是你真正的試煉。」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將「故事敘事」融入進關畫面與難度選擇卡片中，**不用冗長劇本，也能有情感鋪陳**</a:t>
            </a:r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## ✅ </a:t>
            </a:r>
            <a:r>
              <a:rPr lang="zh-TW" altLang="en-US" sz="1200" dirty="0"/>
              <a:t>小結</a:t>
            </a:r>
          </a:p>
          <a:p>
            <a:pPr marL="36900" indent="0">
              <a:buNone/>
            </a:pPr>
            <a:r>
              <a:rPr lang="en-US" altLang="zh-TW" sz="1200" dirty="0"/>
              <a:t>&gt; **</a:t>
            </a:r>
            <a:r>
              <a:rPr lang="zh-TW" altLang="en-US" sz="1200" dirty="0"/>
              <a:t>從星星開始，走向命運。每一個節拍，都是你改寫未來的節奏。**</a:t>
            </a:r>
          </a:p>
        </p:txBody>
      </p:sp>
    </p:spTree>
    <p:extLst>
      <p:ext uri="{BB962C8B-B14F-4D97-AF65-F5344CB8AC3E}">
        <p14:creationId xmlns:p14="http://schemas.microsoft.com/office/powerpoint/2010/main" val="3990170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FCEE8-F303-F968-20B5-8CB446755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21CB632-3EF4-37E0-7A42-E347543F7D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B621D9C-9B90-38A8-D010-E45BDDBA4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遊戲體驗與操作互動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186E94FF-9120-E742-32A5-2964BB306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1400" dirty="0"/>
              <a:t># </a:t>
            </a:r>
            <a:r>
              <a:rPr lang="zh-TW" altLang="en-US" sz="1400" dirty="0"/>
              <a:t>🕹️ 遊戲體驗與操作互動：打得爽、看得爽、聽得爽</a:t>
            </a:r>
          </a:p>
          <a:p>
            <a:endParaRPr lang="zh-TW" altLang="en-US" sz="1400" dirty="0"/>
          </a:p>
          <a:p>
            <a:r>
              <a:rPr lang="en-US" altLang="zh-TW" sz="1400" dirty="0"/>
              <a:t>## </a:t>
            </a:r>
            <a:r>
              <a:rPr lang="zh-TW" altLang="en-US" sz="1400" dirty="0"/>
              <a:t>🧩 操作體感最佳化設計</a:t>
            </a:r>
          </a:p>
          <a:p>
            <a:endParaRPr lang="zh-TW" altLang="en-US" sz="1400" dirty="0"/>
          </a:p>
          <a:p>
            <a:r>
              <a:rPr lang="en-US" altLang="zh-TW" sz="1400" dirty="0"/>
              <a:t>- </a:t>
            </a:r>
            <a:r>
              <a:rPr lang="zh-TW" altLang="en-US" sz="1400" dirty="0"/>
              <a:t>🖐️ **五鍵打擊配置（</a:t>
            </a:r>
            <a:r>
              <a:rPr lang="en-US" altLang="zh-TW" sz="1400" dirty="0"/>
              <a:t>D / F / </a:t>
            </a:r>
            <a:r>
              <a:rPr lang="zh-TW" altLang="en-US" sz="1400" dirty="0"/>
              <a:t>空白鍵 </a:t>
            </a:r>
            <a:r>
              <a:rPr lang="en-US" altLang="zh-TW" sz="1400" dirty="0"/>
              <a:t>/ J / K</a:t>
            </a:r>
            <a:r>
              <a:rPr lang="zh-TW" altLang="en-US" sz="1400" dirty="0"/>
              <a:t>）**</a:t>
            </a:r>
          </a:p>
          <a:p>
            <a:r>
              <a:rPr lang="zh-TW" altLang="en-US" sz="1400" dirty="0"/>
              <a:t>  </a:t>
            </a:r>
            <a:r>
              <a:rPr lang="en-US" altLang="zh-TW" sz="1400" dirty="0"/>
              <a:t>- </a:t>
            </a:r>
            <a:r>
              <a:rPr lang="zh-TW" altLang="en-US" sz="1400" dirty="0"/>
              <a:t>左右手對稱分配＋中軸空白鍵設計，讓節奏流動更自然</a:t>
            </a:r>
          </a:p>
          <a:p>
            <a:r>
              <a:rPr lang="en-US" altLang="zh-TW" sz="1400" dirty="0"/>
              <a:t>- </a:t>
            </a:r>
            <a:r>
              <a:rPr lang="zh-TW" altLang="en-US" sz="1400" dirty="0"/>
              <a:t>🔔 **按鍵提示清晰**</a:t>
            </a:r>
          </a:p>
          <a:p>
            <a:r>
              <a:rPr lang="zh-TW" altLang="en-US" sz="1400" dirty="0"/>
              <a:t>  </a:t>
            </a:r>
            <a:r>
              <a:rPr lang="en-US" altLang="zh-TW" sz="1400" dirty="0"/>
              <a:t>- UI </a:t>
            </a:r>
            <a:r>
              <a:rPr lang="zh-TW" altLang="en-US" sz="1400" dirty="0"/>
              <a:t>有閃爍提示線、下落音符方向與閃光對應鍵位</a:t>
            </a:r>
          </a:p>
          <a:p>
            <a:r>
              <a:rPr lang="en-US" altLang="zh-TW" sz="1400" dirty="0"/>
              <a:t>- </a:t>
            </a:r>
            <a:r>
              <a:rPr lang="zh-TW" altLang="en-US" sz="1400" dirty="0"/>
              <a:t>💥 **每次打擊都有實感回饋**</a:t>
            </a:r>
          </a:p>
          <a:p>
            <a:r>
              <a:rPr lang="zh-TW" altLang="en-US" sz="1400" dirty="0"/>
              <a:t>  </a:t>
            </a:r>
            <a:r>
              <a:rPr lang="en-US" altLang="zh-TW" sz="1400" dirty="0"/>
              <a:t>- </a:t>
            </a:r>
            <a:r>
              <a:rPr lang="zh-TW" altLang="en-US" sz="1400" dirty="0"/>
              <a:t>包含分數、音效、</a:t>
            </a:r>
            <a:r>
              <a:rPr lang="en-US" altLang="zh-TW" sz="1400" dirty="0"/>
              <a:t>Combo </a:t>
            </a:r>
            <a:r>
              <a:rPr lang="zh-TW" altLang="en-US" sz="1400" dirty="0"/>
              <a:t>數字跳動與特效（震動、光暈）</a:t>
            </a:r>
          </a:p>
          <a:p>
            <a:endParaRPr lang="zh-TW" altLang="en-US" sz="1400" dirty="0"/>
          </a:p>
          <a:p>
            <a:r>
              <a:rPr lang="en-US" altLang="zh-TW" sz="1400" dirty="0"/>
              <a:t>---</a:t>
            </a:r>
          </a:p>
          <a:p>
            <a:endParaRPr lang="en-US" altLang="zh-TW" sz="1400" dirty="0"/>
          </a:p>
          <a:p>
            <a:r>
              <a:rPr lang="en-US" altLang="zh-TW" sz="1400" dirty="0"/>
              <a:t>## </a:t>
            </a:r>
            <a:r>
              <a:rPr lang="zh-TW" altLang="en-US" sz="1400" dirty="0"/>
              <a:t>🧠 節奏體驗：從節拍到情緒</a:t>
            </a:r>
          </a:p>
          <a:p>
            <a:endParaRPr lang="zh-TW" altLang="en-US" sz="1400" dirty="0"/>
          </a:p>
          <a:p>
            <a:r>
              <a:rPr lang="en-US" altLang="zh-TW" sz="1400" dirty="0"/>
              <a:t>- </a:t>
            </a:r>
            <a:r>
              <a:rPr lang="zh-TW" altLang="en-US" sz="1400" dirty="0"/>
              <a:t>🎯 **擊中→得分→視覺→音效 → 情緒回饋完整**</a:t>
            </a:r>
          </a:p>
          <a:p>
            <a:r>
              <a:rPr lang="en-US" altLang="zh-TW" sz="1400" dirty="0"/>
              <a:t>- </a:t>
            </a:r>
            <a:r>
              <a:rPr lang="zh-TW" altLang="en-US" sz="1400" dirty="0"/>
              <a:t>🧠 **</a:t>
            </a:r>
            <a:r>
              <a:rPr lang="en-US" altLang="zh-TW" sz="1400" dirty="0"/>
              <a:t>Fever </a:t>
            </a:r>
            <a:r>
              <a:rPr lang="zh-TW" altLang="en-US" sz="1400" dirty="0"/>
              <a:t>模式是操作高潮設計**</a:t>
            </a:r>
          </a:p>
          <a:p>
            <a:r>
              <a:rPr lang="zh-TW" altLang="en-US" sz="1400" dirty="0"/>
              <a:t>  </a:t>
            </a:r>
            <a:r>
              <a:rPr lang="en-US" altLang="zh-TW" sz="1400" dirty="0"/>
              <a:t>- </a:t>
            </a:r>
            <a:r>
              <a:rPr lang="zh-TW" altLang="en-US" sz="1400" dirty="0"/>
              <a:t>節奏密度提升、視覺閃爍加強、分數加乘，玩家達成感爆表</a:t>
            </a:r>
          </a:p>
          <a:p>
            <a:endParaRPr lang="zh-TW" altLang="en-US" sz="1400" dirty="0"/>
          </a:p>
          <a:p>
            <a:r>
              <a:rPr lang="en-US" altLang="zh-TW" sz="1400" dirty="0"/>
              <a:t>---</a:t>
            </a:r>
          </a:p>
          <a:p>
            <a:endParaRPr lang="en-US" altLang="zh-TW" sz="1400" dirty="0"/>
          </a:p>
          <a:p>
            <a:r>
              <a:rPr lang="en-US" altLang="zh-TW" sz="1400" dirty="0"/>
              <a:t>## </a:t>
            </a:r>
            <a:r>
              <a:rPr lang="zh-TW" altLang="en-US" sz="1400" dirty="0"/>
              <a:t>📱 平台支援與操作門檻</a:t>
            </a:r>
          </a:p>
          <a:p>
            <a:endParaRPr lang="zh-TW" altLang="en-US" sz="1400" dirty="0"/>
          </a:p>
          <a:p>
            <a:r>
              <a:rPr lang="en-US" altLang="zh-TW" sz="1400" dirty="0"/>
              <a:t>- </a:t>
            </a:r>
            <a:r>
              <a:rPr lang="zh-TW" altLang="en-US" sz="1400" dirty="0"/>
              <a:t>🖥️ 桌機：鍵盤操作（立即上手）</a:t>
            </a:r>
          </a:p>
          <a:p>
            <a:r>
              <a:rPr lang="en-US" altLang="zh-TW" sz="1400" dirty="0"/>
              <a:t>- </a:t>
            </a:r>
            <a:r>
              <a:rPr lang="zh-TW" altLang="en-US" sz="1400" dirty="0"/>
              <a:t>📱 手機：螢幕虛擬按鍵（響應式 </a:t>
            </a:r>
            <a:r>
              <a:rPr lang="en-US" altLang="zh-TW" sz="1400" dirty="0"/>
              <a:t>UI </a:t>
            </a:r>
            <a:r>
              <a:rPr lang="zh-TW" altLang="en-US" sz="1400" dirty="0"/>
              <a:t>自動適配）</a:t>
            </a:r>
          </a:p>
          <a:p>
            <a:r>
              <a:rPr lang="en-US" altLang="zh-TW" sz="1400" dirty="0"/>
              <a:t>- </a:t>
            </a:r>
            <a:r>
              <a:rPr lang="zh-TW" altLang="en-US" sz="1400" dirty="0"/>
              <a:t>🔗 瀏覽器即玩：**零安裝、即點即玩，五秒內進入節奏世界**</a:t>
            </a:r>
          </a:p>
          <a:p>
            <a:endParaRPr lang="zh-TW" altLang="en-US" sz="1400" dirty="0"/>
          </a:p>
          <a:p>
            <a:r>
              <a:rPr lang="en-US" altLang="zh-TW" sz="1400" dirty="0"/>
              <a:t>---</a:t>
            </a:r>
          </a:p>
          <a:p>
            <a:endParaRPr lang="en-US" altLang="zh-TW" sz="1400" dirty="0"/>
          </a:p>
          <a:p>
            <a:r>
              <a:rPr lang="en-US" altLang="zh-TW" sz="1400" dirty="0"/>
              <a:t>## </a:t>
            </a:r>
            <a:r>
              <a:rPr lang="zh-TW" altLang="en-US" sz="1400" dirty="0"/>
              <a:t>🎯 沉浸細節補強</a:t>
            </a:r>
          </a:p>
          <a:p>
            <a:endParaRPr lang="zh-TW" altLang="en-US" sz="1400" dirty="0"/>
          </a:p>
          <a:p>
            <a:r>
              <a:rPr lang="en-US" altLang="zh-TW" sz="1400" dirty="0"/>
              <a:t>| </a:t>
            </a:r>
            <a:r>
              <a:rPr lang="zh-TW" altLang="en-US" sz="1400" dirty="0"/>
              <a:t>沉浸要素      </a:t>
            </a:r>
            <a:r>
              <a:rPr lang="en-US" altLang="zh-TW" sz="1400" dirty="0"/>
              <a:t>| </a:t>
            </a:r>
            <a:r>
              <a:rPr lang="zh-TW" altLang="en-US" sz="1400" dirty="0"/>
              <a:t>我們的做法                                              </a:t>
            </a:r>
            <a:r>
              <a:rPr lang="en-US" altLang="zh-TW" sz="1400" dirty="0"/>
              <a:t>|</a:t>
            </a:r>
          </a:p>
          <a:p>
            <a:r>
              <a:rPr lang="en-US" altLang="zh-TW" sz="1400" dirty="0"/>
              <a:t>|---------------|-----------------------------------------------------------|</a:t>
            </a:r>
          </a:p>
          <a:p>
            <a:r>
              <a:rPr lang="en-US" altLang="zh-TW" sz="1400" dirty="0"/>
              <a:t>| </a:t>
            </a:r>
            <a:r>
              <a:rPr lang="zh-TW" altLang="en-US" sz="1400" dirty="0"/>
              <a:t>操作節奏感     </a:t>
            </a:r>
            <a:r>
              <a:rPr lang="en-US" altLang="zh-TW" sz="1400" dirty="0"/>
              <a:t>| </a:t>
            </a:r>
            <a:r>
              <a:rPr lang="zh-TW" altLang="en-US" sz="1400" dirty="0"/>
              <a:t>每個鍵位打下去的音效與光效立即回饋                          </a:t>
            </a:r>
            <a:r>
              <a:rPr lang="en-US" altLang="zh-TW" sz="1400" dirty="0"/>
              <a:t>|</a:t>
            </a:r>
          </a:p>
          <a:p>
            <a:r>
              <a:rPr lang="en-US" altLang="zh-TW" sz="1400" dirty="0"/>
              <a:t>| </a:t>
            </a:r>
            <a:r>
              <a:rPr lang="zh-TW" altLang="en-US" sz="1400" dirty="0"/>
              <a:t>難度層級體驗感 </a:t>
            </a:r>
            <a:r>
              <a:rPr lang="en-US" altLang="zh-TW" sz="1400" dirty="0"/>
              <a:t>| </a:t>
            </a:r>
            <a:r>
              <a:rPr lang="zh-TW" altLang="en-US" sz="1400" dirty="0"/>
              <a:t>六階段難度＋節奏密度差異＋得分機制強化成就感                    </a:t>
            </a:r>
            <a:r>
              <a:rPr lang="en-US" altLang="zh-TW" sz="1400" dirty="0"/>
              <a:t>|</a:t>
            </a:r>
          </a:p>
          <a:p>
            <a:r>
              <a:rPr lang="en-US" altLang="zh-TW" sz="1400" dirty="0"/>
              <a:t>| </a:t>
            </a:r>
            <a:r>
              <a:rPr lang="zh-TW" altLang="en-US" sz="1400" dirty="0"/>
              <a:t>節奏與視覺同步 </a:t>
            </a:r>
            <a:r>
              <a:rPr lang="en-US" altLang="zh-TW" sz="1400" dirty="0"/>
              <a:t>| Canvas </a:t>
            </a:r>
            <a:r>
              <a:rPr lang="zh-TW" altLang="en-US" sz="1400" dirty="0"/>
              <a:t>動畫、背景波動、音符落點速度皆對應 </a:t>
            </a:r>
            <a:r>
              <a:rPr lang="en-US" altLang="zh-TW" sz="1400" dirty="0"/>
              <a:t>BPM </a:t>
            </a:r>
            <a:r>
              <a:rPr lang="zh-TW" altLang="en-US" sz="1400" dirty="0"/>
              <a:t>與譜面設計         </a:t>
            </a:r>
            <a:r>
              <a:rPr lang="en-US" altLang="zh-TW" sz="1400" dirty="0"/>
              <a:t>|</a:t>
            </a:r>
          </a:p>
          <a:p>
            <a:r>
              <a:rPr lang="en-US" altLang="zh-TW" sz="1400" dirty="0"/>
              <a:t>| </a:t>
            </a:r>
            <a:r>
              <a:rPr lang="zh-TW" altLang="en-US" sz="1400" dirty="0"/>
              <a:t>玩家反應與心流 </a:t>
            </a:r>
            <a:r>
              <a:rPr lang="en-US" altLang="zh-TW" sz="1400" dirty="0"/>
              <a:t>| </a:t>
            </a:r>
            <a:r>
              <a:rPr lang="zh-TW" altLang="en-US" sz="1400" dirty="0"/>
              <a:t>完整體感曲線設計：從學習期（</a:t>
            </a:r>
            <a:r>
              <a:rPr lang="en-US" altLang="zh-TW" sz="1400" dirty="0"/>
              <a:t>Beginner</a:t>
            </a:r>
            <a:r>
              <a:rPr lang="zh-TW" altLang="en-US" sz="1400" dirty="0"/>
              <a:t>） → 流暢區 → 焦點挑戰 → 高潮爆發 </a:t>
            </a:r>
            <a:r>
              <a:rPr lang="en-US" altLang="zh-TW" sz="1400" dirty="0"/>
              <a:t>|</a:t>
            </a:r>
          </a:p>
          <a:p>
            <a:endParaRPr lang="en-US" altLang="zh-TW" sz="1400" dirty="0"/>
          </a:p>
          <a:p>
            <a:r>
              <a:rPr lang="en-US" altLang="zh-TW" sz="1400" dirty="0"/>
              <a:t>---</a:t>
            </a:r>
          </a:p>
          <a:p>
            <a:endParaRPr lang="en-US" altLang="zh-TW" sz="1400" dirty="0"/>
          </a:p>
          <a:p>
            <a:r>
              <a:rPr lang="en-US" altLang="zh-TW" sz="1400" dirty="0"/>
              <a:t>## ✅ </a:t>
            </a:r>
            <a:r>
              <a:rPr lang="zh-TW" altLang="en-US" sz="1400" dirty="0"/>
              <a:t>小結</a:t>
            </a:r>
          </a:p>
          <a:p>
            <a:endParaRPr lang="zh-TW" altLang="en-US" sz="1400" dirty="0"/>
          </a:p>
          <a:p>
            <a:r>
              <a:rPr lang="en-US" altLang="zh-TW" sz="1400" dirty="0"/>
              <a:t>&gt; **</a:t>
            </a:r>
            <a:r>
              <a:rPr lang="zh-TW" altLang="en-US" sz="1400" dirty="0"/>
              <a:t>我們用節奏、視覺與操作的多重同步，打造一場玩家「打完想再打一次」的沉浸節奏體驗。**</a:t>
            </a:r>
          </a:p>
        </p:txBody>
      </p:sp>
    </p:spTree>
    <p:extLst>
      <p:ext uri="{BB962C8B-B14F-4D97-AF65-F5344CB8AC3E}">
        <p14:creationId xmlns:p14="http://schemas.microsoft.com/office/powerpoint/2010/main" val="3438882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FAA8-62F5-DE9A-BABD-D7D8C00FA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DEE6962-44E8-921E-7629-E8562FB47E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590F491-5C92-3025-886A-839E8D137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總結亮點與技術突破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59019031-BA84-25D8-2657-636AAC0D5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1600" dirty="0"/>
              <a:t># </a:t>
            </a:r>
            <a:r>
              <a:rPr lang="zh-TW" altLang="en-US" sz="1600" dirty="0"/>
              <a:t>📈 總結亮點與技術突破：我們打造的不只是遊戲，而是一場節奏旅程</a:t>
            </a:r>
          </a:p>
          <a:p>
            <a:endParaRPr lang="zh-TW" altLang="en-US" sz="1600" dirty="0"/>
          </a:p>
          <a:p>
            <a:r>
              <a:rPr lang="en-US" altLang="zh-TW" sz="1600" dirty="0"/>
              <a:t>---</a:t>
            </a:r>
          </a:p>
          <a:p>
            <a:endParaRPr lang="en-US" altLang="zh-TW" sz="1600" dirty="0"/>
          </a:p>
          <a:p>
            <a:r>
              <a:rPr lang="en-US" altLang="zh-TW" sz="1600" dirty="0"/>
              <a:t>## </a:t>
            </a:r>
            <a:r>
              <a:rPr lang="zh-TW" altLang="en-US" sz="1600" dirty="0"/>
              <a:t>💎 作品亮點總覽</a:t>
            </a:r>
          </a:p>
          <a:p>
            <a:endParaRPr lang="zh-TW" altLang="en-US" sz="1600" dirty="0"/>
          </a:p>
          <a:p>
            <a:r>
              <a:rPr lang="en-US" altLang="zh-TW" sz="1600" dirty="0"/>
              <a:t>- </a:t>
            </a:r>
            <a:r>
              <a:rPr lang="zh-TW" altLang="en-US" sz="1600" dirty="0"/>
              <a:t>🎮 **五鍵直覺式節奏玩法**：簡單好上手，節奏層次豐富、擊打成就感強烈</a:t>
            </a:r>
          </a:p>
          <a:p>
            <a:r>
              <a:rPr lang="en-US" altLang="zh-TW" sz="1600" dirty="0"/>
              <a:t>- </a:t>
            </a:r>
            <a:r>
              <a:rPr lang="zh-TW" altLang="en-US" sz="1600" dirty="0"/>
              <a:t>🌌 **完整世界觀 </a:t>
            </a:r>
            <a:r>
              <a:rPr lang="en-US" altLang="zh-TW" sz="1600" dirty="0"/>
              <a:t>+ </a:t>
            </a:r>
            <a:r>
              <a:rPr lang="zh-TW" altLang="en-US" sz="1600" dirty="0"/>
              <a:t>關卡系統**：六關難度對應命運主題，</a:t>
            </a:r>
            <a:r>
              <a:rPr lang="en-US" altLang="zh-TW" sz="1600" dirty="0"/>
              <a:t>Fate Mode </a:t>
            </a:r>
            <a:r>
              <a:rPr lang="zh-TW" altLang="en-US" sz="1600" dirty="0"/>
              <a:t>創造挑戰動機</a:t>
            </a:r>
          </a:p>
          <a:p>
            <a:r>
              <a:rPr lang="en-US" altLang="zh-TW" sz="1600" dirty="0"/>
              <a:t>- </a:t>
            </a:r>
            <a:r>
              <a:rPr lang="zh-TW" altLang="en-US" sz="1600" dirty="0"/>
              <a:t>🎨 **霓虹風格 </a:t>
            </a:r>
            <a:r>
              <a:rPr lang="en-US" altLang="zh-TW" sz="1600" dirty="0"/>
              <a:t>UI + </a:t>
            </a:r>
            <a:r>
              <a:rPr lang="zh-TW" altLang="en-US" sz="1600" dirty="0"/>
              <a:t>多層動畫特效**：視覺統一性高，操作回饋明確</a:t>
            </a:r>
          </a:p>
          <a:p>
            <a:r>
              <a:rPr lang="en-US" altLang="zh-TW" sz="1600" dirty="0"/>
              <a:t>- </a:t>
            </a:r>
            <a:r>
              <a:rPr lang="zh-TW" altLang="en-US" sz="1600" dirty="0"/>
              <a:t>🔊 **音效與操作完全同步**：打擊、分數、</a:t>
            </a:r>
            <a:r>
              <a:rPr lang="en-US" altLang="zh-TW" sz="1600" dirty="0"/>
              <a:t>Combo </a:t>
            </a:r>
            <a:r>
              <a:rPr lang="zh-TW" altLang="en-US" sz="1600" dirty="0"/>
              <a:t>音效連動，音視合一沉浸感</a:t>
            </a:r>
          </a:p>
          <a:p>
            <a:r>
              <a:rPr lang="en-US" altLang="zh-TW" sz="1600" dirty="0"/>
              <a:t>- </a:t>
            </a:r>
            <a:r>
              <a:rPr lang="zh-TW" altLang="en-US" sz="1600" dirty="0"/>
              <a:t>🧑‍💻 **全平台可即玩設計**：無安裝、跨裝置支援（電腦 </a:t>
            </a:r>
            <a:r>
              <a:rPr lang="en-US" altLang="zh-TW" sz="1600" dirty="0"/>
              <a:t>/ </a:t>
            </a:r>
            <a:r>
              <a:rPr lang="zh-TW" altLang="en-US" sz="1600" dirty="0"/>
              <a:t>手機），入口無阻礙</a:t>
            </a:r>
          </a:p>
          <a:p>
            <a:endParaRPr lang="zh-TW" altLang="en-US" sz="1600" dirty="0"/>
          </a:p>
          <a:p>
            <a:r>
              <a:rPr lang="en-US" altLang="zh-TW" sz="1600" dirty="0"/>
              <a:t>---</a:t>
            </a:r>
          </a:p>
          <a:p>
            <a:endParaRPr lang="en-US" altLang="zh-TW" sz="1600" dirty="0"/>
          </a:p>
          <a:p>
            <a:r>
              <a:rPr lang="en-US" altLang="zh-TW" sz="1600" dirty="0"/>
              <a:t>## </a:t>
            </a:r>
            <a:r>
              <a:rPr lang="zh-TW" altLang="en-US" sz="1600" dirty="0"/>
              <a:t>🔧 技術挑戰與解決方案</a:t>
            </a:r>
          </a:p>
          <a:p>
            <a:endParaRPr lang="zh-TW" altLang="en-US" sz="1600" dirty="0"/>
          </a:p>
          <a:p>
            <a:r>
              <a:rPr lang="en-US" altLang="zh-TW" sz="1600" dirty="0"/>
              <a:t>| </a:t>
            </a:r>
            <a:r>
              <a:rPr lang="zh-TW" altLang="en-US" sz="1600" dirty="0"/>
              <a:t>技術難題             </a:t>
            </a:r>
            <a:r>
              <a:rPr lang="en-US" altLang="zh-TW" sz="1600" dirty="0"/>
              <a:t>| </a:t>
            </a:r>
            <a:r>
              <a:rPr lang="zh-TW" altLang="en-US" sz="1600" dirty="0"/>
              <a:t>解法說明                                                              </a:t>
            </a:r>
            <a:r>
              <a:rPr lang="en-US" altLang="zh-TW" sz="1600" dirty="0"/>
              <a:t>|</a:t>
            </a:r>
          </a:p>
          <a:p>
            <a:r>
              <a:rPr lang="en-US" altLang="zh-TW" sz="1600" dirty="0"/>
              <a:t>|----------------------|-----------------------------------------------------------------------|</a:t>
            </a:r>
          </a:p>
          <a:p>
            <a:r>
              <a:rPr lang="en-US" altLang="zh-TW" sz="1600" dirty="0"/>
              <a:t>| </a:t>
            </a:r>
            <a:r>
              <a:rPr lang="zh-TW" altLang="en-US" sz="1600" dirty="0"/>
              <a:t>🎯 節奏判定不穩       </a:t>
            </a:r>
            <a:r>
              <a:rPr lang="en-US" altLang="zh-TW" sz="1600" dirty="0"/>
              <a:t>| </a:t>
            </a:r>
            <a:r>
              <a:rPr lang="zh-TW" altLang="en-US" sz="1600" dirty="0"/>
              <a:t>重構 </a:t>
            </a:r>
            <a:r>
              <a:rPr lang="en-US" altLang="zh-TW" sz="1600" dirty="0"/>
              <a:t>`judgment.js`</a:t>
            </a:r>
            <a:r>
              <a:rPr lang="zh-TW" altLang="en-US" sz="1600" dirty="0"/>
              <a:t>，使用高精度 </a:t>
            </a:r>
            <a:r>
              <a:rPr lang="en-US" altLang="zh-TW" sz="1600" dirty="0"/>
              <a:t>`</a:t>
            </a:r>
            <a:r>
              <a:rPr lang="en-US" altLang="zh-TW" sz="1600" dirty="0" err="1"/>
              <a:t>currentTime</a:t>
            </a:r>
            <a:r>
              <a:rPr lang="en-US" altLang="zh-TW" sz="1600" dirty="0"/>
              <a:t>` </a:t>
            </a:r>
            <a:r>
              <a:rPr lang="zh-TW" altLang="en-US" sz="1600" dirty="0"/>
              <a:t>比對擊打時間與畫布座標         </a:t>
            </a:r>
            <a:r>
              <a:rPr lang="en-US" altLang="zh-TW" sz="1600" dirty="0"/>
              <a:t>|</a:t>
            </a:r>
          </a:p>
          <a:p>
            <a:r>
              <a:rPr lang="en-US" altLang="zh-TW" sz="1600" dirty="0"/>
              <a:t>| </a:t>
            </a:r>
            <a:r>
              <a:rPr lang="zh-TW" altLang="en-US" sz="1600" dirty="0"/>
              <a:t>🧩 畫面變形、梯形錯覺 </a:t>
            </a:r>
            <a:r>
              <a:rPr lang="en-US" altLang="zh-TW" sz="1600" dirty="0"/>
              <a:t>| </a:t>
            </a:r>
            <a:r>
              <a:rPr lang="zh-TW" altLang="en-US" sz="1600" dirty="0"/>
              <a:t>透過 </a:t>
            </a:r>
            <a:r>
              <a:rPr lang="en-US" altLang="zh-TW" sz="1600" dirty="0"/>
              <a:t>CSS `clip-path + transform` </a:t>
            </a:r>
            <a:r>
              <a:rPr lang="zh-TW" altLang="en-US" sz="1600" dirty="0"/>
              <a:t>搭配 </a:t>
            </a:r>
            <a:r>
              <a:rPr lang="en-US" altLang="zh-TW" sz="1600" dirty="0"/>
              <a:t>Canvas </a:t>
            </a:r>
            <a:r>
              <a:rPr lang="zh-TW" altLang="en-US" sz="1600" dirty="0"/>
              <a:t>重算座標避免變形                </a:t>
            </a:r>
            <a:r>
              <a:rPr lang="en-US" altLang="zh-TW" sz="1600" dirty="0"/>
              <a:t>|</a:t>
            </a:r>
          </a:p>
          <a:p>
            <a:r>
              <a:rPr lang="en-US" altLang="zh-TW" sz="1600" dirty="0"/>
              <a:t>| ⚙️ UI </a:t>
            </a:r>
            <a:r>
              <a:rPr lang="zh-TW" altLang="en-US" sz="1600" dirty="0"/>
              <a:t>動畫不同步     </a:t>
            </a:r>
            <a:r>
              <a:rPr lang="en-US" altLang="zh-TW" sz="1600" dirty="0"/>
              <a:t>| </a:t>
            </a:r>
            <a:r>
              <a:rPr lang="zh-TW" altLang="en-US" sz="1600" dirty="0"/>
              <a:t>將 </a:t>
            </a:r>
            <a:r>
              <a:rPr lang="en-US" altLang="zh-TW" sz="1600" dirty="0"/>
              <a:t>Combo / Fever / </a:t>
            </a:r>
            <a:r>
              <a:rPr lang="zh-TW" altLang="en-US" sz="1600" dirty="0"/>
              <a:t>鍵位動畫邏輯重寫為統一控制函式，保證觸發條件與視覺一致         </a:t>
            </a:r>
            <a:r>
              <a:rPr lang="en-US" altLang="zh-TW" sz="1600" dirty="0"/>
              <a:t>|</a:t>
            </a:r>
          </a:p>
          <a:p>
            <a:r>
              <a:rPr lang="en-US" altLang="zh-TW" sz="1600" dirty="0"/>
              <a:t>| </a:t>
            </a:r>
            <a:r>
              <a:rPr lang="zh-TW" altLang="en-US" sz="1600" dirty="0"/>
              <a:t>🧠 </a:t>
            </a:r>
            <a:r>
              <a:rPr lang="en-US" altLang="zh-TW" sz="1600" dirty="0"/>
              <a:t>Mobile </a:t>
            </a:r>
            <a:r>
              <a:rPr lang="zh-TW" altLang="en-US" sz="1600" dirty="0"/>
              <a:t>適應問題   </a:t>
            </a:r>
            <a:r>
              <a:rPr lang="en-US" altLang="zh-TW" sz="1600" dirty="0"/>
              <a:t>| </a:t>
            </a:r>
            <a:r>
              <a:rPr lang="zh-TW" altLang="en-US" sz="1600" dirty="0"/>
              <a:t>引入響應式設計與簡化鍵位配置，保障手機端觸控體驗與桌機一致                     </a:t>
            </a:r>
            <a:r>
              <a:rPr lang="en-US" altLang="zh-TW" sz="1600" dirty="0"/>
              <a:t>|</a:t>
            </a:r>
          </a:p>
          <a:p>
            <a:r>
              <a:rPr lang="en-US" altLang="zh-TW" sz="1600" dirty="0"/>
              <a:t>| </a:t>
            </a:r>
            <a:r>
              <a:rPr lang="zh-TW" altLang="en-US" sz="1600" dirty="0"/>
              <a:t>🔐 長音與滑動符號延遲 </a:t>
            </a:r>
            <a:r>
              <a:rPr lang="en-US" altLang="zh-TW" sz="1600" dirty="0"/>
              <a:t>| </a:t>
            </a:r>
            <a:r>
              <a:rPr lang="zh-TW" altLang="en-US" sz="1600" dirty="0"/>
              <a:t>決定簡化設計路徑，專注於短音擊打流暢性，提升打擊爽感與程式穩定度               </a:t>
            </a:r>
            <a:r>
              <a:rPr lang="en-US" altLang="zh-TW" sz="1600" dirty="0"/>
              <a:t>|</a:t>
            </a:r>
          </a:p>
          <a:p>
            <a:endParaRPr lang="en-US" altLang="zh-TW" sz="1600" dirty="0"/>
          </a:p>
          <a:p>
            <a:r>
              <a:rPr lang="en-US" altLang="zh-TW" sz="1600" dirty="0"/>
              <a:t>---</a:t>
            </a:r>
          </a:p>
          <a:p>
            <a:endParaRPr lang="en-US" altLang="zh-TW" sz="1600" dirty="0"/>
          </a:p>
          <a:p>
            <a:r>
              <a:rPr lang="en-US" altLang="zh-TW" sz="1600" dirty="0"/>
              <a:t>## </a:t>
            </a:r>
            <a:r>
              <a:rPr lang="zh-TW" altLang="en-US" sz="1600" dirty="0"/>
              <a:t>📣 我們的承諾與精神</a:t>
            </a:r>
          </a:p>
          <a:p>
            <a:endParaRPr lang="zh-TW" altLang="en-US" sz="1600" dirty="0"/>
          </a:p>
          <a:p>
            <a:r>
              <a:rPr lang="en-US" altLang="zh-TW" sz="1600" dirty="0"/>
              <a:t>&gt; **</a:t>
            </a:r>
            <a:r>
              <a:rPr lang="zh-TW" altLang="en-US" sz="1600" dirty="0"/>
              <a:t>我們從不是為了展示功能而製作，而是用創意與技術**  </a:t>
            </a:r>
          </a:p>
          <a:p>
            <a:r>
              <a:rPr lang="en-US" altLang="zh-TW" sz="1600" dirty="0"/>
              <a:t>&gt; **</a:t>
            </a:r>
            <a:r>
              <a:rPr lang="zh-TW" altLang="en-US" sz="1600" dirty="0"/>
              <a:t>打造一款真正能被玩家「聽見、看見、打進節奏心流」的遊戲。**</a:t>
            </a:r>
          </a:p>
          <a:p>
            <a:endParaRPr lang="zh-TW" altLang="en-US" sz="1600" dirty="0"/>
          </a:p>
          <a:p>
            <a:r>
              <a:rPr lang="en-US" altLang="zh-TW" sz="1600" dirty="0"/>
              <a:t>---</a:t>
            </a:r>
          </a:p>
          <a:p>
            <a:endParaRPr lang="en-US" altLang="zh-TW" sz="1600" dirty="0"/>
          </a:p>
          <a:p>
            <a:r>
              <a:rPr lang="en-US" altLang="zh-TW" sz="1600" dirty="0"/>
              <a:t>## </a:t>
            </a:r>
            <a:r>
              <a:rPr lang="zh-TW" altLang="en-US" sz="1600" dirty="0"/>
              <a:t>🎯 </a:t>
            </a:r>
            <a:r>
              <a:rPr lang="en-US" altLang="zh-TW" sz="1600" dirty="0"/>
              <a:t>Ready to challenge your Fate?</a:t>
            </a:r>
          </a:p>
          <a:p>
            <a:endParaRPr lang="en-US" altLang="zh-TW" sz="1600" dirty="0"/>
          </a:p>
          <a:p>
            <a:r>
              <a:rPr lang="en-US" altLang="zh-TW" sz="1600" dirty="0"/>
              <a:t>✨ **Fate Keys </a:t>
            </a:r>
            <a:r>
              <a:rPr lang="zh-TW" altLang="en-US" sz="1600" dirty="0"/>
              <a:t>命運節奏，等你進入下一拍。**</a:t>
            </a:r>
          </a:p>
          <a:p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59292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20D3C-3E4F-DD37-5CAA-6B4BDFEBE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5AB4721-2C53-5E1A-F543-A71A6F8D2A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CFEBF6F-AFB9-96F8-73ED-488468DE3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如何與</a:t>
            </a:r>
            <a:r>
              <a:rPr lang="en-US" altLang="zh-TW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Cursor</a:t>
            </a:r>
            <a:r>
              <a:rPr lang="zh-TW" altLang="en-US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溝通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B7A2C4D9-6C51-7833-B24A-D96A21422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6900" indent="0">
              <a:buNone/>
            </a:pPr>
            <a:r>
              <a:rPr lang="zh-TW" altLang="en-US" sz="3600" dirty="0"/>
              <a:t>遇到的困難</a:t>
            </a:r>
            <a:endParaRPr lang="en-US" altLang="zh-TW" sz="3600" dirty="0"/>
          </a:p>
          <a:p>
            <a:pPr marL="36900" indent="0">
              <a:buNone/>
            </a:pPr>
            <a:r>
              <a:rPr lang="zh-TW" altLang="en-US" sz="3600" dirty="0"/>
              <a:t>遇到的挑戰</a:t>
            </a:r>
            <a:endParaRPr lang="en-US" altLang="zh-TW" sz="3600" dirty="0"/>
          </a:p>
          <a:p>
            <a:pPr marL="36900" indent="0">
              <a:buNone/>
            </a:pPr>
            <a:endParaRPr lang="en-US" altLang="zh-TW" sz="3600" dirty="0"/>
          </a:p>
          <a:p>
            <a:pPr marL="36900" indent="0">
              <a:buNone/>
            </a:pPr>
            <a:r>
              <a:rPr lang="zh-TW" altLang="en-US" sz="3600" dirty="0"/>
              <a:t>如何溝通、如何解答</a:t>
            </a:r>
            <a:endParaRPr lang="en-US" altLang="zh-TW" sz="3600" dirty="0"/>
          </a:p>
          <a:p>
            <a:pPr marL="36900" indent="0">
              <a:buNone/>
            </a:pPr>
            <a:r>
              <a:rPr lang="en-US" altLang="zh-TW" sz="3600" dirty="0"/>
              <a:t>Cursor</a:t>
            </a:r>
            <a:r>
              <a:rPr lang="zh-TW" altLang="en-US" sz="3600" dirty="0"/>
              <a:t>不受控時我們該怎麼辦</a:t>
            </a:r>
          </a:p>
        </p:txBody>
      </p:sp>
    </p:spTree>
    <p:extLst>
      <p:ext uri="{BB962C8B-B14F-4D97-AF65-F5344CB8AC3E}">
        <p14:creationId xmlns:p14="http://schemas.microsoft.com/office/powerpoint/2010/main" val="2959225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0317E-3D5F-7433-62ED-1A734C16F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BA5A2FE-83FF-DFFB-62D2-41473BBE89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F92E0EB-0CAB-6A32-1E40-1D4D32C0E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過去沒有</a:t>
            </a:r>
            <a:r>
              <a:rPr lang="en-US" altLang="zh-TW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Cursor</a:t>
            </a:r>
            <a:endParaRPr lang="zh-TW" altLang="en-US" b="1" dirty="0">
              <a:ln>
                <a:solidFill>
                  <a:schemeClr val="accent3">
                    <a:lumMod val="20000"/>
                    <a:lumOff val="80000"/>
                    <a:alpha val="10000"/>
                  </a:schemeClr>
                </a:solidFill>
              </a:ln>
              <a:effectLst>
                <a:glow rad="63500">
                  <a:schemeClr val="accent4">
                    <a:satMod val="175000"/>
                    <a:alpha val="40000"/>
                  </a:schemeClr>
                </a:glow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07E6DF0E-ECAD-A9B8-3A9A-327EC2D40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TW" altLang="en-US" sz="2800" dirty="0"/>
              <a:t>過去沒有網頁經驗，如何透過</a:t>
            </a:r>
            <a:r>
              <a:rPr lang="en-US" altLang="zh-TW" sz="2800" dirty="0"/>
              <a:t>Cursor</a:t>
            </a:r>
            <a:r>
              <a:rPr lang="zh-TW" altLang="en-US" sz="2800" dirty="0"/>
              <a:t>完成這次的</a:t>
            </a:r>
            <a:r>
              <a:rPr lang="en-US" altLang="zh-TW" sz="2800" dirty="0"/>
              <a:t>html</a:t>
            </a:r>
            <a:r>
              <a:rPr lang="zh-TW" altLang="en-US" sz="2800" dirty="0"/>
              <a:t>、</a:t>
            </a:r>
            <a:r>
              <a:rPr lang="en-US" altLang="zh-TW" sz="2800" dirty="0" err="1"/>
              <a:t>Css</a:t>
            </a:r>
            <a:r>
              <a:rPr lang="zh-TW" altLang="en-US" sz="2800" dirty="0"/>
              <a:t>、</a:t>
            </a:r>
            <a:r>
              <a:rPr lang="en-US" altLang="zh-TW" sz="2800" dirty="0" err="1"/>
              <a:t>Js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3828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9567572-037D-4392-2E3A-DEB9CFEB2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8BABCB8-CBF7-0553-0A57-15DA56F7EF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4C852AB-8C8B-7AFC-27E3-364D9F8AF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UI </a:t>
            </a:r>
            <a:r>
              <a:rPr lang="zh-TW" altLang="en-US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視覺與音效動態設計</a:t>
            </a:r>
          </a:p>
        </p:txBody>
      </p:sp>
      <p:sp>
        <p:nvSpPr>
          <p:cNvPr id="3" name="內容版面配置區 6">
            <a:extLst>
              <a:ext uri="{FF2B5EF4-FFF2-40B4-BE49-F238E27FC236}">
                <a16:creationId xmlns:a16="http://schemas.microsoft.com/office/drawing/2014/main" id="{C0747F93-9FB6-8C10-CFD7-EBAAFDCE245E}"/>
              </a:ext>
            </a:extLst>
          </p:cNvPr>
          <p:cNvSpPr txBox="1">
            <a:spLocks/>
          </p:cNvSpPr>
          <p:nvPr/>
        </p:nvSpPr>
        <p:spPr>
          <a:xfrm>
            <a:off x="1066195" y="18848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altLang="zh-TW" sz="1200" dirty="0"/>
              <a:t>### </a:t>
            </a:r>
            <a:r>
              <a:rPr lang="zh-TW" altLang="en-US" sz="1200" dirty="0"/>
              <a:t>🎨 視覺設計特色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🌈 **自訂 </a:t>
            </a:r>
            <a:r>
              <a:rPr lang="en-US" altLang="zh-TW" sz="1200" dirty="0"/>
              <a:t>UI </a:t>
            </a:r>
            <a:r>
              <a:rPr lang="zh-TW" altLang="en-US" sz="1200" dirty="0"/>
              <a:t>元件風格統一**</a:t>
            </a:r>
          </a:p>
          <a:p>
            <a:pPr marL="36900" indent="0">
              <a:buNone/>
            </a:pPr>
            <a:r>
              <a:rPr lang="zh-TW" altLang="en-US" sz="1200" dirty="0"/>
              <a:t>  </a:t>
            </a:r>
            <a:r>
              <a:rPr lang="en-US" altLang="zh-TW" sz="1200" dirty="0"/>
              <a:t>- </a:t>
            </a:r>
            <a:r>
              <a:rPr lang="zh-TW" altLang="en-US" sz="1200" dirty="0"/>
              <a:t>選單、鍵位、節奏條、星級卡片皆採霓虹邊框＋發光設計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🌌 **</a:t>
            </a:r>
            <a:r>
              <a:rPr lang="en-US" altLang="zh-TW" sz="1200" dirty="0"/>
              <a:t>Canvas </a:t>
            </a:r>
            <a:r>
              <a:rPr lang="zh-TW" altLang="en-US" sz="1200" dirty="0"/>
              <a:t>賽道與節奏同步**</a:t>
            </a:r>
          </a:p>
          <a:p>
            <a:pPr marL="36900" indent="0">
              <a:buNone/>
            </a:pPr>
            <a:r>
              <a:rPr lang="zh-TW" altLang="en-US" sz="1200" dirty="0"/>
              <a:t>  </a:t>
            </a:r>
            <a:r>
              <a:rPr lang="en-US" altLang="zh-TW" sz="1200" dirty="0"/>
              <a:t>- </a:t>
            </a:r>
            <a:r>
              <a:rPr lang="zh-TW" altLang="en-US" sz="1200" dirty="0"/>
              <a:t>賽道發光、音符落點滑順、按鍵閃爍與節拍動態對齊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💫 **</a:t>
            </a:r>
            <a:r>
              <a:rPr lang="en-US" altLang="zh-TW" sz="1200" dirty="0"/>
              <a:t>Combo / Fever </a:t>
            </a:r>
            <a:r>
              <a:rPr lang="zh-TW" altLang="en-US" sz="1200" dirty="0"/>
              <a:t>特效加乘**</a:t>
            </a:r>
          </a:p>
          <a:p>
            <a:pPr marL="36900" indent="0">
              <a:buNone/>
            </a:pPr>
            <a:r>
              <a:rPr lang="zh-TW" altLang="en-US" sz="1200" dirty="0"/>
              <a:t>  </a:t>
            </a:r>
            <a:r>
              <a:rPr lang="en-US" altLang="zh-TW" sz="1200" dirty="0"/>
              <a:t>- </a:t>
            </a:r>
            <a:r>
              <a:rPr lang="zh-TW" altLang="en-US" sz="1200" dirty="0"/>
              <a:t>達成條件後背景閃動、音波擴散、數字放大特效自動驅動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🧲 **響應式布局**</a:t>
            </a:r>
          </a:p>
          <a:p>
            <a:pPr marL="36900" indent="0">
              <a:buNone/>
            </a:pPr>
            <a:r>
              <a:rPr lang="zh-TW" altLang="en-US" sz="1200" dirty="0"/>
              <a:t>  </a:t>
            </a:r>
            <a:r>
              <a:rPr lang="en-US" altLang="zh-TW" sz="1200" dirty="0"/>
              <a:t>- UI </a:t>
            </a:r>
            <a:r>
              <a:rPr lang="zh-TW" altLang="en-US" sz="1200" dirty="0"/>
              <a:t>自動調整桌機／手機比例，視覺不變形、互動不延遲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---</a:t>
            </a:r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## </a:t>
            </a:r>
            <a:r>
              <a:rPr lang="zh-TW" altLang="en-US" sz="1200" dirty="0"/>
              <a:t>🔊 聽覺回饋：節奏與操作同步響應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### </a:t>
            </a:r>
            <a:r>
              <a:rPr lang="zh-TW" altLang="en-US" sz="1200" dirty="0"/>
              <a:t>🔉 音效細節設計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🎵 節奏背景音樂（</a:t>
            </a:r>
            <a:r>
              <a:rPr lang="en-US" altLang="zh-TW" sz="1200" dirty="0"/>
              <a:t>BGM</a:t>
            </a:r>
            <a:r>
              <a:rPr lang="zh-TW" altLang="en-US" sz="1200" dirty="0"/>
              <a:t>）＋按鍵擊打音同步設計</a:t>
            </a:r>
          </a:p>
          <a:p>
            <a:pPr marL="36900" indent="0">
              <a:buNone/>
            </a:pPr>
            <a:r>
              <a:rPr lang="en-US" altLang="zh-TW" sz="1200" dirty="0"/>
              <a:t>- ⌨️ </a:t>
            </a:r>
            <a:r>
              <a:rPr lang="zh-TW" altLang="en-US" sz="1200" dirty="0"/>
              <a:t>擊中音符立即觸發擊打音效，回饋感清晰強烈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🔁 </a:t>
            </a:r>
            <a:r>
              <a:rPr lang="en-US" altLang="zh-TW" sz="1200" dirty="0"/>
              <a:t>Combo </a:t>
            </a:r>
            <a:r>
              <a:rPr lang="zh-TW" altLang="en-US" sz="1200" dirty="0"/>
              <a:t>達標後進入特別段落，</a:t>
            </a:r>
            <a:r>
              <a:rPr lang="en-US" altLang="zh-TW" sz="1200" dirty="0"/>
              <a:t>BGM </a:t>
            </a:r>
            <a:r>
              <a:rPr lang="zh-TW" altLang="en-US" sz="1200" dirty="0"/>
              <a:t>節奏進化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---</a:t>
            </a:r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## </a:t>
            </a:r>
            <a:r>
              <a:rPr lang="zh-TW" altLang="en-US" sz="1200" dirty="0"/>
              <a:t>🔁 </a:t>
            </a:r>
            <a:r>
              <a:rPr lang="en-US" altLang="zh-TW" sz="1200" dirty="0"/>
              <a:t>UI </a:t>
            </a:r>
            <a:r>
              <a:rPr lang="zh-TW" altLang="en-US" sz="1200" dirty="0"/>
              <a:t>動效融合（技術層）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🖼️ 使用 </a:t>
            </a:r>
            <a:r>
              <a:rPr lang="en-US" altLang="zh-TW" sz="1200" dirty="0"/>
              <a:t>CSS + JavaScript </a:t>
            </a:r>
            <a:r>
              <a:rPr lang="zh-TW" altLang="en-US" sz="1200" dirty="0"/>
              <a:t>動畫控制 </a:t>
            </a:r>
            <a:r>
              <a:rPr lang="en-US" altLang="zh-TW" sz="1200" dirty="0"/>
              <a:t>UI </a:t>
            </a:r>
            <a:r>
              <a:rPr lang="zh-TW" altLang="en-US" sz="1200" dirty="0"/>
              <a:t>各元素</a:t>
            </a:r>
          </a:p>
          <a:p>
            <a:pPr marL="36900" indent="0">
              <a:buNone/>
            </a:pPr>
            <a:r>
              <a:rPr lang="zh-TW" altLang="en-US" sz="1200" dirty="0"/>
              <a:t>  </a:t>
            </a:r>
            <a:r>
              <a:rPr lang="en-US" altLang="zh-TW" sz="1200" dirty="0"/>
              <a:t>- `.combo-effect-flash`</a:t>
            </a:r>
            <a:r>
              <a:rPr lang="zh-TW" altLang="en-US" sz="1200" dirty="0"/>
              <a:t>、</a:t>
            </a:r>
            <a:r>
              <a:rPr lang="en-US" altLang="zh-TW" sz="1200" dirty="0"/>
              <a:t>`.canvas-border-glow` </a:t>
            </a:r>
            <a:r>
              <a:rPr lang="zh-TW" altLang="en-US" sz="1200" dirty="0"/>
              <a:t>等特效組合應用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🔄 </a:t>
            </a:r>
            <a:r>
              <a:rPr lang="en-US" altLang="zh-TW" sz="1200" dirty="0"/>
              <a:t>Fever </a:t>
            </a:r>
            <a:r>
              <a:rPr lang="zh-TW" altLang="en-US" sz="1200" dirty="0"/>
              <a:t>模式時觸發多層動畫：</a:t>
            </a:r>
          </a:p>
          <a:p>
            <a:pPr marL="36900" indent="0">
              <a:buNone/>
            </a:pPr>
            <a:r>
              <a:rPr lang="zh-TW" altLang="en-US" sz="1200" dirty="0"/>
              <a:t>  </a:t>
            </a:r>
            <a:r>
              <a:rPr lang="en-US" altLang="zh-TW" sz="1200" dirty="0"/>
              <a:t>- </a:t>
            </a:r>
            <a:r>
              <a:rPr lang="zh-TW" altLang="en-US" sz="1200" dirty="0"/>
              <a:t>背景脈衝 ➝ 按鍵閃爍 ➝ </a:t>
            </a:r>
            <a:r>
              <a:rPr lang="en-US" altLang="zh-TW" sz="1200" dirty="0"/>
              <a:t>Combo </a:t>
            </a:r>
            <a:r>
              <a:rPr lang="zh-TW" altLang="en-US" sz="1200" dirty="0"/>
              <a:t>閃光 ➝ 分數爆擊效果</a:t>
            </a:r>
            <a:endParaRPr lang="en-US" altLang="zh-TW" sz="1200" dirty="0"/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## ✅ </a:t>
            </a:r>
            <a:r>
              <a:rPr lang="zh-TW" altLang="en-US" sz="1200" dirty="0"/>
              <a:t>小結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&gt; **</a:t>
            </a:r>
            <a:r>
              <a:rPr lang="zh-TW" altLang="en-US" sz="1200" dirty="0"/>
              <a:t>我們不只設計了 </a:t>
            </a:r>
            <a:r>
              <a:rPr lang="en-US" altLang="zh-TW" sz="1200" dirty="0"/>
              <a:t>UI</a:t>
            </a:r>
            <a:r>
              <a:rPr lang="zh-TW" altLang="en-US" sz="1200" dirty="0"/>
              <a:t>，而是設計了玩家的每一次「節奏體感」。**</a:t>
            </a:r>
          </a:p>
        </p:txBody>
      </p:sp>
    </p:spTree>
    <p:extLst>
      <p:ext uri="{BB962C8B-B14F-4D97-AF65-F5344CB8AC3E}">
        <p14:creationId xmlns:p14="http://schemas.microsoft.com/office/powerpoint/2010/main" val="735998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E1AF7-47C9-40CA-2BF0-7A40CCB2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Cursor </a:t>
            </a:r>
            <a:r>
              <a:rPr lang="zh-TW" altLang="en-US" dirty="0"/>
              <a:t>的想法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9002F1-BB65-77BB-2119-FA87FC55E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36900" indent="0">
              <a:buNone/>
            </a:pPr>
            <a:r>
              <a:rPr lang="zh-TW" altLang="en-US" dirty="0"/>
              <a:t>核心亮點分析**</a:t>
            </a:r>
            <a:r>
              <a:rPr lang="en-US" altLang="zh-TW" dirty="0"/>
              <a:t>### </a:t>
            </a:r>
          </a:p>
          <a:p>
            <a:r>
              <a:rPr lang="en-US" altLang="zh-TW" dirty="0"/>
              <a:t>1. **</a:t>
            </a:r>
            <a:r>
              <a:rPr lang="zh-TW" altLang="en-US" dirty="0"/>
              <a:t>🎵 音頻技術整合**</a:t>
            </a:r>
            <a:r>
              <a:rPr lang="en-US" altLang="zh-TW" dirty="0"/>
              <a:t>- **Web Audio API </a:t>
            </a:r>
            <a:r>
              <a:rPr lang="zh-TW" altLang="en-US" dirty="0"/>
              <a:t>深度應用**：實作了完整的音頻可視化系統，能即時分析音樂頻譜並轉換為視覺效果</a:t>
            </a:r>
            <a:r>
              <a:rPr lang="en-US" altLang="zh-TW" dirty="0"/>
              <a:t>- **</a:t>
            </a:r>
            <a:r>
              <a:rPr lang="zh-TW" altLang="en-US" dirty="0"/>
              <a:t>多軌道音頻控制**：支援背景音樂、遊戲音軌、音效的獨立控制與淡入淡出</a:t>
            </a:r>
            <a:r>
              <a:rPr lang="en-US" altLang="zh-TW" dirty="0"/>
              <a:t>- **</a:t>
            </a:r>
            <a:r>
              <a:rPr lang="zh-TW" altLang="en-US" dirty="0"/>
              <a:t>音頻解鎖機制**：解決了瀏覽器自動播放限制，提供流暢的用戶體驗</a:t>
            </a:r>
            <a:r>
              <a:rPr lang="en-US" altLang="zh-TW" dirty="0"/>
              <a:t>### </a:t>
            </a:r>
          </a:p>
          <a:p>
            <a:r>
              <a:rPr lang="en-US" altLang="zh-TW" dirty="0"/>
              <a:t>2. **</a:t>
            </a:r>
            <a:r>
              <a:rPr lang="zh-TW" altLang="en-US" dirty="0"/>
              <a:t>🌟 視覺效果系統**</a:t>
            </a:r>
            <a:r>
              <a:rPr lang="en-US" altLang="zh-TW" dirty="0"/>
              <a:t>- **</a:t>
            </a:r>
            <a:r>
              <a:rPr lang="zh-TW" altLang="en-US" dirty="0"/>
              <a:t>粒子背景系統**：動態粒子效果營造科幻氛圍</a:t>
            </a:r>
            <a:r>
              <a:rPr lang="en-US" altLang="zh-TW" dirty="0"/>
              <a:t>- **Fever Mode </a:t>
            </a:r>
            <a:r>
              <a:rPr lang="zh-TW" altLang="en-US" dirty="0"/>
              <a:t>特效**：當 </a:t>
            </a:r>
            <a:r>
              <a:rPr lang="en-US" altLang="zh-TW" dirty="0"/>
              <a:t>Combo </a:t>
            </a:r>
            <a:r>
              <a:rPr lang="zh-TW" altLang="en-US" dirty="0"/>
              <a:t>達到 </a:t>
            </a:r>
            <a:r>
              <a:rPr lang="en-US" altLang="zh-TW" dirty="0"/>
              <a:t>100 </a:t>
            </a:r>
            <a:r>
              <a:rPr lang="zh-TW" altLang="en-US" dirty="0"/>
              <a:t>時觸發全屏發光效果，所有賽道進入發光狀態</a:t>
            </a:r>
            <a:r>
              <a:rPr lang="en-US" altLang="zh-TW" dirty="0"/>
              <a:t>- **</a:t>
            </a:r>
            <a:r>
              <a:rPr lang="zh-TW" altLang="en-US" dirty="0"/>
              <a:t>多層次動畫**：包含擊中特效、</a:t>
            </a:r>
            <a:r>
              <a:rPr lang="en-US" altLang="zh-TW" dirty="0"/>
              <a:t>Combo </a:t>
            </a:r>
            <a:r>
              <a:rPr lang="zh-TW" altLang="en-US" dirty="0"/>
              <a:t>動畫、賽道高亮、判定線閃光等</a:t>
            </a:r>
            <a:r>
              <a:rPr lang="en-US" altLang="zh-TW" dirty="0"/>
              <a:t>- **</a:t>
            </a:r>
            <a:r>
              <a:rPr lang="zh-TW" altLang="en-US" dirty="0"/>
              <a:t>響應式設計**：完美適配桌面、平板、手機等不同設備</a:t>
            </a:r>
            <a:r>
              <a:rPr lang="en-US" altLang="zh-TW" dirty="0"/>
              <a:t>### </a:t>
            </a:r>
          </a:p>
          <a:p>
            <a:r>
              <a:rPr lang="en-US" altLang="zh-TW" dirty="0"/>
              <a:t>3. **�� </a:t>
            </a:r>
            <a:r>
              <a:rPr lang="zh-TW" altLang="en-US" dirty="0"/>
              <a:t>精密的難度系統**</a:t>
            </a:r>
            <a:r>
              <a:rPr lang="en-US" altLang="zh-TW" dirty="0"/>
              <a:t>- **6</a:t>
            </a:r>
            <a:r>
              <a:rPr lang="zh-TW" altLang="en-US" dirty="0"/>
              <a:t>個難度等級**：從 </a:t>
            </a:r>
            <a:r>
              <a:rPr lang="en-US" altLang="zh-TW" dirty="0"/>
              <a:t>Beginner </a:t>
            </a:r>
            <a:r>
              <a:rPr lang="zh-TW" altLang="en-US" dirty="0"/>
              <a:t>到 </a:t>
            </a:r>
            <a:r>
              <a:rPr lang="en-US" altLang="zh-TW" dirty="0"/>
              <a:t>Fate Mode</a:t>
            </a:r>
            <a:r>
              <a:rPr lang="zh-TW" altLang="en-US" dirty="0"/>
              <a:t>，每個難度都有獨特的參數配置</a:t>
            </a:r>
            <a:r>
              <a:rPr lang="en-US" altLang="zh-TW" dirty="0"/>
              <a:t>- **</a:t>
            </a:r>
            <a:r>
              <a:rPr lang="zh-TW" altLang="en-US" dirty="0"/>
              <a:t>動態賽道調整**：根據難度自動調整按鍵數量（</a:t>
            </a:r>
            <a:r>
              <a:rPr lang="en-US" altLang="zh-TW" dirty="0"/>
              <a:t>4</a:t>
            </a:r>
            <a:r>
              <a:rPr lang="zh-TW" altLang="en-US" dirty="0"/>
              <a:t>鍵</a:t>
            </a:r>
            <a:r>
              <a:rPr lang="en-US" altLang="zh-TW" dirty="0"/>
              <a:t>/5</a:t>
            </a:r>
            <a:r>
              <a:rPr lang="zh-TW" altLang="en-US" dirty="0"/>
              <a:t>鍵）</a:t>
            </a:r>
            <a:r>
              <a:rPr lang="en-US" altLang="zh-TW" dirty="0"/>
              <a:t>- **</a:t>
            </a:r>
            <a:r>
              <a:rPr lang="zh-TW" altLang="en-US" dirty="0"/>
              <a:t>特殊解鎖機制**：</a:t>
            </a:r>
            <a:r>
              <a:rPr lang="en-US" altLang="zh-TW" dirty="0"/>
              <a:t>Fate Mode </a:t>
            </a:r>
            <a:r>
              <a:rPr lang="zh-TW" altLang="en-US" dirty="0"/>
              <a:t>需要完成 </a:t>
            </a:r>
            <a:r>
              <a:rPr lang="en-US" altLang="zh-TW" dirty="0"/>
              <a:t>3 </a:t>
            </a:r>
            <a:r>
              <a:rPr lang="zh-TW" altLang="en-US" dirty="0"/>
              <a:t>首 </a:t>
            </a:r>
            <a:r>
              <a:rPr lang="en-US" altLang="zh-TW" dirty="0"/>
              <a:t>Lv.3 </a:t>
            </a:r>
            <a:r>
              <a:rPr lang="zh-TW" altLang="en-US" dirty="0"/>
              <a:t>以上歌曲才能解鎖</a:t>
            </a:r>
            <a:r>
              <a:rPr lang="en-US" altLang="zh-TW" dirty="0"/>
              <a:t>- **</a:t>
            </a:r>
            <a:r>
              <a:rPr lang="zh-TW" altLang="en-US" dirty="0"/>
              <a:t>容錯系統**：不同難度有不同的 </a:t>
            </a:r>
            <a:r>
              <a:rPr lang="en-US" altLang="zh-TW" dirty="0"/>
              <a:t>Miss Buffer </a:t>
            </a:r>
            <a:r>
              <a:rPr lang="zh-TW" altLang="en-US" dirty="0"/>
              <a:t>設定，平衡挑戰性與可玩性</a:t>
            </a:r>
            <a:r>
              <a:rPr lang="en-US" altLang="zh-TW" dirty="0"/>
              <a:t>### </a:t>
            </a:r>
          </a:p>
          <a:p>
            <a:r>
              <a:rPr lang="en-US" altLang="zh-TW" dirty="0"/>
              <a:t>4. **</a:t>
            </a:r>
            <a:r>
              <a:rPr lang="zh-TW" altLang="en-US" dirty="0"/>
              <a:t>🏆 成就與進度系統**</a:t>
            </a:r>
            <a:r>
              <a:rPr lang="en-US" altLang="zh-TW" dirty="0"/>
              <a:t>- **</a:t>
            </a:r>
            <a:r>
              <a:rPr lang="zh-TW" altLang="en-US" dirty="0"/>
              <a:t>豐富的成就系統**：包含 </a:t>
            </a:r>
            <a:r>
              <a:rPr lang="en-US" altLang="zh-TW" dirty="0"/>
              <a:t>20+ </a:t>
            </a:r>
            <a:r>
              <a:rPr lang="zh-TW" altLang="en-US" dirty="0"/>
              <a:t>種成就，涵蓋技術挑戰、進度追蹤、特殊條件</a:t>
            </a:r>
            <a:r>
              <a:rPr lang="en-US" altLang="zh-TW" dirty="0"/>
              <a:t>- **</a:t>
            </a:r>
            <a:r>
              <a:rPr lang="zh-TW" altLang="en-US" dirty="0"/>
              <a:t>本地儲存**：使用 </a:t>
            </a:r>
            <a:r>
              <a:rPr lang="en-US" altLang="zh-TW" dirty="0" err="1"/>
              <a:t>localStorage</a:t>
            </a:r>
            <a:r>
              <a:rPr lang="en-US" altLang="zh-TW" dirty="0"/>
              <a:t> </a:t>
            </a:r>
            <a:r>
              <a:rPr lang="zh-TW" altLang="en-US" dirty="0"/>
              <a:t>保存玩家進度與成就</a:t>
            </a:r>
            <a:r>
              <a:rPr lang="en-US" altLang="zh-TW" dirty="0"/>
              <a:t>- **</a:t>
            </a:r>
            <a:r>
              <a:rPr lang="zh-TW" altLang="en-US" dirty="0"/>
              <a:t>排行榜系統**：記錄並顯示最高分數</a:t>
            </a:r>
            <a:r>
              <a:rPr lang="en-US" altLang="zh-TW" dirty="0"/>
              <a:t>- **</a:t>
            </a:r>
            <a:r>
              <a:rPr lang="zh-TW" altLang="en-US" dirty="0"/>
              <a:t>解鎖提示**：智能提示玩家如何解鎖新內容</a:t>
            </a:r>
            <a:r>
              <a:rPr lang="en-US" altLang="zh-TW" dirty="0"/>
              <a:t>### </a:t>
            </a:r>
          </a:p>
          <a:p>
            <a:r>
              <a:rPr lang="en-US" altLang="zh-TW" dirty="0"/>
              <a:t>5. **</a:t>
            </a:r>
            <a:r>
              <a:rPr lang="zh-TW" altLang="en-US" dirty="0"/>
              <a:t>🎨 設計系統與品牌**</a:t>
            </a:r>
            <a:r>
              <a:rPr lang="en-US" altLang="zh-TW" dirty="0"/>
              <a:t>- **</a:t>
            </a:r>
            <a:r>
              <a:rPr lang="zh-TW" altLang="en-US" dirty="0"/>
              <a:t>完整的設計系統**：統一的字體大小規範、色彩系統、動畫標準</a:t>
            </a:r>
            <a:r>
              <a:rPr lang="en-US" altLang="zh-TW" dirty="0"/>
              <a:t>- **</a:t>
            </a:r>
            <a:r>
              <a:rPr lang="zh-TW" altLang="en-US" dirty="0"/>
              <a:t>科幻風格**：霓虹燈效果、深空背景、賽博朋克視覺元素</a:t>
            </a:r>
            <a:r>
              <a:rPr lang="en-US" altLang="zh-TW" dirty="0"/>
              <a:t>- **</a:t>
            </a:r>
            <a:r>
              <a:rPr lang="zh-TW" altLang="en-US" dirty="0"/>
              <a:t>團隊故事**：完整的製作團隊介紹，展現跨領域協作過程</a:t>
            </a:r>
            <a:r>
              <a:rPr lang="en-US" altLang="zh-TW" dirty="0"/>
              <a:t>- **</a:t>
            </a:r>
            <a:r>
              <a:rPr lang="zh-TW" altLang="en-US" dirty="0"/>
              <a:t>品牌一致性**：從 </a:t>
            </a:r>
            <a:r>
              <a:rPr lang="en-US" altLang="zh-TW" dirty="0"/>
              <a:t>UI </a:t>
            </a:r>
            <a:r>
              <a:rPr lang="zh-TW" altLang="en-US" dirty="0"/>
              <a:t>到文案都體現「命運節奏」的主題</a:t>
            </a:r>
            <a:r>
              <a:rPr lang="en-US" altLang="zh-TW" dirty="0"/>
              <a:t>### </a:t>
            </a:r>
          </a:p>
          <a:p>
            <a:r>
              <a:rPr lang="en-US" altLang="zh-TW" dirty="0"/>
              <a:t>6. **⚡ </a:t>
            </a:r>
            <a:r>
              <a:rPr lang="zh-TW" altLang="en-US" dirty="0"/>
              <a:t>技術架構亮點**</a:t>
            </a:r>
            <a:r>
              <a:rPr lang="en-US" altLang="zh-TW" dirty="0"/>
              <a:t>- **</a:t>
            </a:r>
            <a:r>
              <a:rPr lang="zh-TW" altLang="en-US" dirty="0"/>
              <a:t>模組化設計**：將功能拆分成獨立的管理器（粒子、音頻、特效、判定等）</a:t>
            </a:r>
            <a:r>
              <a:rPr lang="en-US" altLang="zh-TW" dirty="0"/>
              <a:t>- **</a:t>
            </a:r>
            <a:r>
              <a:rPr lang="zh-TW" altLang="en-US" dirty="0"/>
              <a:t>效能優化**：使用 </a:t>
            </a:r>
            <a:r>
              <a:rPr lang="en-US" altLang="zh-TW" dirty="0" err="1"/>
              <a:t>requestAnimationFrame</a:t>
            </a:r>
            <a:r>
              <a:rPr lang="en-US" altLang="zh-TW" dirty="0"/>
              <a:t> </a:t>
            </a:r>
            <a:r>
              <a:rPr lang="zh-TW" altLang="en-US" dirty="0"/>
              <a:t>確保流暢的 </a:t>
            </a:r>
            <a:r>
              <a:rPr lang="en-US" altLang="zh-TW" dirty="0"/>
              <a:t>60fps </a:t>
            </a:r>
            <a:r>
              <a:rPr lang="zh-TW" altLang="en-US" dirty="0"/>
              <a:t>動畫</a:t>
            </a:r>
            <a:r>
              <a:rPr lang="en-US" altLang="zh-TW" dirty="0"/>
              <a:t>- **</a:t>
            </a:r>
            <a:r>
              <a:rPr lang="zh-TW" altLang="en-US" dirty="0"/>
              <a:t>錯誤處理**：完善的除錯機制和用戶提示系統</a:t>
            </a:r>
            <a:r>
              <a:rPr lang="en-US" altLang="zh-TW" dirty="0"/>
              <a:t>- **</a:t>
            </a:r>
            <a:r>
              <a:rPr lang="zh-TW" altLang="en-US" dirty="0"/>
              <a:t>跨瀏覽器相容**：考慮不同瀏覽器的音頻 </a:t>
            </a:r>
            <a:r>
              <a:rPr lang="en-US" altLang="zh-TW" dirty="0"/>
              <a:t>API </a:t>
            </a:r>
            <a:r>
              <a:rPr lang="zh-TW" altLang="en-US" dirty="0"/>
              <a:t>支援</a:t>
            </a:r>
            <a:r>
              <a:rPr lang="en-US" altLang="zh-TW" dirty="0"/>
              <a:t>### </a:t>
            </a:r>
          </a:p>
          <a:p>
            <a:r>
              <a:rPr lang="en-US" altLang="zh-TW" dirty="0"/>
              <a:t>7. **�� </a:t>
            </a:r>
            <a:r>
              <a:rPr lang="zh-TW" altLang="en-US" dirty="0"/>
              <a:t>遊戲體驗亮點**</a:t>
            </a:r>
            <a:r>
              <a:rPr lang="en-US" altLang="zh-TW" dirty="0"/>
              <a:t>- **</a:t>
            </a:r>
            <a:r>
              <a:rPr lang="zh-TW" altLang="en-US" dirty="0"/>
              <a:t>精確的判定系統**：</a:t>
            </a:r>
            <a:r>
              <a:rPr lang="en-US" altLang="zh-TW" dirty="0"/>
              <a:t>Perfect/Great/Good/Miss </a:t>
            </a:r>
            <a:r>
              <a:rPr lang="zh-TW" altLang="en-US" dirty="0"/>
              <a:t>四級判定，配合視覺反饋</a:t>
            </a:r>
            <a:r>
              <a:rPr lang="en-US" altLang="zh-TW" dirty="0"/>
              <a:t>- **</a:t>
            </a:r>
            <a:r>
              <a:rPr lang="zh-TW" altLang="en-US" dirty="0"/>
              <a:t>動態 </a:t>
            </a:r>
            <a:r>
              <a:rPr lang="en-US" altLang="zh-TW" dirty="0"/>
              <a:t>Combo </a:t>
            </a:r>
            <a:r>
              <a:rPr lang="zh-TW" altLang="en-US" dirty="0"/>
              <a:t>系統**：連擊數影響分數倍率，增加策略性</a:t>
            </a:r>
            <a:r>
              <a:rPr lang="en-US" altLang="zh-TW" dirty="0"/>
              <a:t>- **</a:t>
            </a:r>
            <a:r>
              <a:rPr lang="zh-TW" altLang="en-US" dirty="0"/>
              <a:t>即時反饋**：擊中音效、視覺特效、分數動畫提供即時成就感</a:t>
            </a:r>
            <a:r>
              <a:rPr lang="en-US" altLang="zh-TW" dirty="0"/>
              <a:t>- **</a:t>
            </a:r>
            <a:r>
              <a:rPr lang="zh-TW" altLang="en-US" dirty="0"/>
              <a:t>可訪問性**：支援高對比模式，考慮不同用戶需求</a:t>
            </a:r>
            <a:r>
              <a:rPr lang="en-US" altLang="zh-TW" dirty="0"/>
              <a:t>### </a:t>
            </a:r>
          </a:p>
          <a:p>
            <a:r>
              <a:rPr lang="en-US" altLang="zh-TW" dirty="0"/>
              <a:t>8. **�� AI </a:t>
            </a:r>
            <a:r>
              <a:rPr lang="zh-TW" altLang="en-US" dirty="0"/>
              <a:t>協作創新**</a:t>
            </a:r>
            <a:r>
              <a:rPr lang="en-US" altLang="zh-TW" dirty="0"/>
              <a:t>- **</a:t>
            </a:r>
            <a:r>
              <a:rPr lang="zh-TW" altLang="en-US" dirty="0"/>
              <a:t>與 </a:t>
            </a:r>
            <a:r>
              <a:rPr lang="en-US" altLang="zh-TW" dirty="0"/>
              <a:t>AI </a:t>
            </a:r>
            <a:r>
              <a:rPr lang="zh-TW" altLang="en-US" dirty="0"/>
              <a:t>的協作流程**：團隊在開發過程中積極運用 </a:t>
            </a:r>
            <a:r>
              <a:rPr lang="en-US" altLang="zh-TW" dirty="0"/>
              <a:t>AI </a:t>
            </a:r>
            <a:r>
              <a:rPr lang="zh-TW" altLang="en-US" dirty="0"/>
              <a:t>協助設計、除錯、優化</a:t>
            </a:r>
            <a:r>
              <a:rPr lang="en-US" altLang="zh-TW" dirty="0"/>
              <a:t>- **</a:t>
            </a:r>
            <a:r>
              <a:rPr lang="zh-TW" altLang="en-US" dirty="0"/>
              <a:t>快速迭代**：透過 </a:t>
            </a:r>
            <a:r>
              <a:rPr lang="en-US" altLang="zh-TW" dirty="0"/>
              <a:t>AI </a:t>
            </a:r>
            <a:r>
              <a:rPr lang="zh-TW" altLang="en-US" dirty="0"/>
              <a:t>協作實現快速試錯和功能驗證</a:t>
            </a:r>
            <a:r>
              <a:rPr lang="en-US" altLang="zh-TW" dirty="0"/>
              <a:t>- **</a:t>
            </a:r>
            <a:r>
              <a:rPr lang="zh-TW" altLang="en-US" dirty="0"/>
              <a:t>技術突破**：解決了 </a:t>
            </a:r>
            <a:r>
              <a:rPr lang="en-US" altLang="zh-TW" dirty="0"/>
              <a:t>Canvas </a:t>
            </a:r>
            <a:r>
              <a:rPr lang="zh-TW" altLang="en-US" dirty="0"/>
              <a:t>渲染、</a:t>
            </a:r>
            <a:r>
              <a:rPr lang="en-US" altLang="zh-TW" dirty="0"/>
              <a:t>CSS </a:t>
            </a:r>
            <a:r>
              <a:rPr lang="zh-TW" altLang="en-US" dirty="0"/>
              <a:t>動畫、音頻同步等技術難題</a:t>
            </a:r>
            <a:r>
              <a:rPr lang="en-US" altLang="zh-TW" dirty="0"/>
              <a:t>## </a:t>
            </a:r>
          </a:p>
          <a:p>
            <a:pPr marL="36900" indent="0">
              <a:buNone/>
            </a:pPr>
            <a:r>
              <a:rPr lang="zh-TW" altLang="en-US" dirty="0"/>
              <a:t>🏅 **最突出的亮點**</a:t>
            </a:r>
            <a:endParaRPr lang="en-US" altLang="zh-TW" dirty="0"/>
          </a:p>
          <a:p>
            <a:pPr marL="494100" indent="-457200">
              <a:buAutoNum type="arabicPeriod"/>
            </a:pPr>
            <a:r>
              <a:rPr lang="en-US" altLang="zh-TW" dirty="0"/>
              <a:t>**</a:t>
            </a:r>
            <a:r>
              <a:rPr lang="zh-TW" altLang="en-US" dirty="0"/>
              <a:t>技術整合度極高**：將音頻、視覺、互動、動畫等多種技術完美融合</a:t>
            </a:r>
            <a:endParaRPr lang="en-US" altLang="zh-TW" dirty="0"/>
          </a:p>
          <a:p>
            <a:pPr marL="494100" indent="-457200">
              <a:buAutoNum type="arabicPeriod"/>
            </a:pPr>
            <a:r>
              <a:rPr lang="en-US" altLang="zh-TW" dirty="0"/>
              <a:t>**</a:t>
            </a:r>
            <a:r>
              <a:rPr lang="zh-TW" altLang="en-US" dirty="0"/>
              <a:t>用戶體驗精緻**：從音頻解鎖到成就系統，每個細節都經過精心設計</a:t>
            </a:r>
            <a:endParaRPr lang="en-US" altLang="zh-TW" dirty="0"/>
          </a:p>
          <a:p>
            <a:pPr marL="494100" indent="-457200">
              <a:buAutoNum type="arabicPeriod"/>
            </a:pPr>
            <a:r>
              <a:rPr lang="en-US" altLang="zh-TW" dirty="0"/>
              <a:t>**</a:t>
            </a:r>
            <a:r>
              <a:rPr lang="zh-TW" altLang="en-US" dirty="0"/>
              <a:t>視覺效果震撼**：</a:t>
            </a:r>
            <a:r>
              <a:rPr lang="en-US" altLang="zh-TW" dirty="0"/>
              <a:t>Fever Mode </a:t>
            </a:r>
            <a:r>
              <a:rPr lang="zh-TW" altLang="en-US" dirty="0"/>
              <a:t>和粒子系統創造出極具沉浸感的遊戲體驗</a:t>
            </a:r>
            <a:endParaRPr lang="en-US" altLang="zh-TW" dirty="0"/>
          </a:p>
          <a:p>
            <a:pPr marL="494100" indent="-457200">
              <a:buAutoNum type="arabicPeriod"/>
            </a:pPr>
            <a:r>
              <a:rPr lang="en-US" altLang="zh-TW" dirty="0"/>
              <a:t>**</a:t>
            </a:r>
            <a:r>
              <a:rPr lang="zh-TW" altLang="en-US" dirty="0"/>
              <a:t>難度曲線合理**：從新手到大師的完整進階路徑，保持挑戰性</a:t>
            </a:r>
            <a:endParaRPr lang="en-US" altLang="zh-TW" dirty="0"/>
          </a:p>
          <a:p>
            <a:pPr marL="494100" indent="-457200">
              <a:buAutoNum type="arabicPeriod"/>
            </a:pPr>
            <a:r>
              <a:rPr lang="en-US" altLang="zh-TW" dirty="0"/>
              <a:t>**</a:t>
            </a:r>
            <a:r>
              <a:rPr lang="zh-TW" altLang="en-US" dirty="0"/>
              <a:t>品牌故事完整**：不只是遊戲，更是一個展現團隊協作與技術創新的作品</a:t>
            </a:r>
            <a:endParaRPr lang="en-US" altLang="zh-TW" dirty="0"/>
          </a:p>
          <a:p>
            <a:pPr marL="36900" indent="0">
              <a:buNone/>
            </a:pPr>
            <a:r>
              <a:rPr lang="zh-TW" altLang="en-US" dirty="0"/>
              <a:t>這個遊戲展現了現代 </a:t>
            </a:r>
            <a:r>
              <a:rPr lang="en-US" altLang="zh-TW" dirty="0"/>
              <a:t>Web </a:t>
            </a:r>
            <a:r>
              <a:rPr lang="zh-TW" altLang="en-US" dirty="0"/>
              <a:t>技術的極限，同時也體現了跨領域團隊協作的價值，是一個技術與藝術完美結合的典範作品。</a:t>
            </a:r>
          </a:p>
        </p:txBody>
      </p:sp>
    </p:spTree>
    <p:extLst>
      <p:ext uri="{BB962C8B-B14F-4D97-AF65-F5344CB8AC3E}">
        <p14:creationId xmlns:p14="http://schemas.microsoft.com/office/powerpoint/2010/main" val="3271801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8C8138B-63A6-EA10-5A73-A662419283DB}"/>
              </a:ext>
            </a:extLst>
          </p:cNvPr>
          <p:cNvSpPr txBox="1"/>
          <p:nvPr/>
        </p:nvSpPr>
        <p:spPr>
          <a:xfrm>
            <a:off x="1015302" y="1669428"/>
            <a:ext cx="560563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5F7F4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Pantone 319C</a:t>
            </a:r>
            <a:r>
              <a:rPr lang="en-US" altLang="zh-TW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——</a:t>
            </a:r>
            <a:r>
              <a:rPr lang="zh-TW" alt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偏冷、輕盈、活力，作為主色調時很能帶來輕快與年輕氛圍，非常適合作為簡報、遊戲、</a:t>
            </a:r>
            <a:r>
              <a:rPr lang="en-US" altLang="zh-TW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UI</a:t>
            </a:r>
            <a:r>
              <a:rPr lang="zh-TW" alt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介面的亮點色彩選擇。</a:t>
            </a:r>
            <a:endParaRPr lang="en-US" altLang="zh-TW" sz="20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C000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Pantone 137C</a:t>
            </a:r>
            <a:r>
              <a:rPr lang="en-US" altLang="zh-TW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——</a:t>
            </a:r>
            <a:r>
              <a:rPr lang="zh-TW" alt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鮮活的橙色調，容易抓住觀眾眼球且傳達傳達活力、熱情與積極的正面情緒，符合節奏遊戲視覺設計需求。</a:t>
            </a:r>
            <a:endParaRPr lang="en-US" altLang="zh-TW" sz="20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A5188D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Pantone 247C</a:t>
            </a:r>
            <a:r>
              <a:rPr lang="en-US" altLang="zh-TW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——</a:t>
            </a:r>
            <a:r>
              <a:rPr lang="zh-TW" alt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冷色調中偏暖的紫紅色系，常用於需要年輕、活力和吸睛效果非常適合用於遊戲介面的動態提示、關鍵強調色。</a:t>
            </a:r>
            <a:endParaRPr lang="en-US" altLang="zh-TW" sz="20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Pantone 807C</a:t>
            </a:r>
            <a:r>
              <a:rPr lang="en-US" altLang="zh-TW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——</a:t>
            </a:r>
            <a:r>
              <a:rPr lang="zh-TW" alt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螢光桃紫屬於極度鮮豔且高辨識度的螢光色系，強烈視覺衝擊與年輕潮流感的設計場合，例如音樂遊戲、流行活動、品牌標識。</a:t>
            </a:r>
          </a:p>
        </p:txBody>
      </p:sp>
      <p:pic>
        <p:nvPicPr>
          <p:cNvPr id="2054" name="Picture 6" descr="Pantone color blocks for 319C, 137C, 247C, and 807C">
            <a:extLst>
              <a:ext uri="{FF2B5EF4-FFF2-40B4-BE49-F238E27FC236}">
                <a16:creationId xmlns:a16="http://schemas.microsoft.com/office/drawing/2014/main" id="{6D4D1520-A0AB-141A-E8B2-F95C19AB6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898" y="1839966"/>
            <a:ext cx="4767103" cy="3178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5452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石板">
  <a:themeElements>
    <a:clrScheme name="Fate Keys">
      <a:dk1>
        <a:srgbClr val="0A0A1A"/>
      </a:dk1>
      <a:lt1>
        <a:srgbClr val="FFFFFF"/>
      </a:lt1>
      <a:dk2>
        <a:srgbClr val="1C1C80"/>
      </a:dk2>
      <a:lt2>
        <a:srgbClr val="D0F9FF"/>
      </a:lt2>
      <a:accent1>
        <a:srgbClr val="00FFE0"/>
      </a:accent1>
      <a:accent2>
        <a:srgbClr val="FF00FF"/>
      </a:accent2>
      <a:accent3>
        <a:srgbClr val="FFE066"/>
      </a:accent3>
      <a:accent4>
        <a:srgbClr val="4ECDC4"/>
      </a:accent4>
      <a:accent5>
        <a:srgbClr val="FF6F91"/>
      </a:accent5>
      <a:accent6>
        <a:srgbClr val="0D0E52"/>
      </a:accent6>
      <a:hlink>
        <a:srgbClr val="00BFFF"/>
      </a:hlink>
      <a:folHlink>
        <a:srgbClr val="8A2BE2"/>
      </a:folHlink>
    </a:clrScheme>
    <a:fontScheme name="石板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石板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1_石板">
  <a:themeElements>
    <a:clrScheme name="Fate Keys">
      <a:dk1>
        <a:srgbClr val="0A0A1A"/>
      </a:dk1>
      <a:lt1>
        <a:srgbClr val="FFFFFF"/>
      </a:lt1>
      <a:dk2>
        <a:srgbClr val="1C1C80"/>
      </a:dk2>
      <a:lt2>
        <a:srgbClr val="D0F9FF"/>
      </a:lt2>
      <a:accent1>
        <a:srgbClr val="00FFE0"/>
      </a:accent1>
      <a:accent2>
        <a:srgbClr val="FF00FF"/>
      </a:accent2>
      <a:accent3>
        <a:srgbClr val="FFE066"/>
      </a:accent3>
      <a:accent4>
        <a:srgbClr val="4ECDC4"/>
      </a:accent4>
      <a:accent5>
        <a:srgbClr val="FF6F91"/>
      </a:accent5>
      <a:accent6>
        <a:srgbClr val="0D0E52"/>
      </a:accent6>
      <a:hlink>
        <a:srgbClr val="00BFFF"/>
      </a:hlink>
      <a:folHlink>
        <a:srgbClr val="8A2BE2"/>
      </a:folHlink>
    </a:clrScheme>
    <a:fontScheme name="石板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石板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3.xml><?xml version="1.0" encoding="utf-8"?>
<a:theme xmlns:a="http://schemas.openxmlformats.org/drawingml/2006/main" name="2_石板">
  <a:themeElements>
    <a:clrScheme name="Fate Keys">
      <a:dk1>
        <a:srgbClr val="0A0A1A"/>
      </a:dk1>
      <a:lt1>
        <a:srgbClr val="FFFFFF"/>
      </a:lt1>
      <a:dk2>
        <a:srgbClr val="1C1C80"/>
      </a:dk2>
      <a:lt2>
        <a:srgbClr val="D0F9FF"/>
      </a:lt2>
      <a:accent1>
        <a:srgbClr val="00FFE0"/>
      </a:accent1>
      <a:accent2>
        <a:srgbClr val="FF00FF"/>
      </a:accent2>
      <a:accent3>
        <a:srgbClr val="FFE066"/>
      </a:accent3>
      <a:accent4>
        <a:srgbClr val="4ECDC4"/>
      </a:accent4>
      <a:accent5>
        <a:srgbClr val="FF6F91"/>
      </a:accent5>
      <a:accent6>
        <a:srgbClr val="0D0E52"/>
      </a:accent6>
      <a:hlink>
        <a:srgbClr val="00BFFF"/>
      </a:hlink>
      <a:folHlink>
        <a:srgbClr val="8A2BE2"/>
      </a:folHlink>
    </a:clrScheme>
    <a:fontScheme name="石板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石板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4.xml><?xml version="1.0" encoding="utf-8"?>
<a:theme xmlns:a="http://schemas.openxmlformats.org/drawingml/2006/main" name="Office 佈景主題">
  <a:themeElements>
    <a:clrScheme name="Office 佈景主題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佈景主題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TM04033929[[fn=石板]]</Template>
  <TotalTime>169</TotalTime>
  <Words>3240</Words>
  <Application>Microsoft Office PowerPoint</Application>
  <PresentationFormat>寬螢幕</PresentationFormat>
  <Paragraphs>260</Paragraphs>
  <Slides>15</Slides>
  <Notes>0</Notes>
  <HiddenSlides>2</HiddenSlides>
  <MMClips>1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15</vt:i4>
      </vt:variant>
    </vt:vector>
  </HeadingPairs>
  <TitlesOfParts>
    <vt:vector size="22" baseType="lpstr">
      <vt:lpstr>Aptos</vt:lpstr>
      <vt:lpstr>Arial</vt:lpstr>
      <vt:lpstr>Calisto MT</vt:lpstr>
      <vt:lpstr>Wingdings 2</vt:lpstr>
      <vt:lpstr>石板</vt:lpstr>
      <vt:lpstr>1_石板</vt:lpstr>
      <vt:lpstr>2_石板</vt:lpstr>
      <vt:lpstr>PowerPoint 簡報</vt:lpstr>
      <vt:lpstr>作品介紹：Fate Keys 命運節奏</vt:lpstr>
      <vt:lpstr>發想初衷與開發歷程</vt:lpstr>
      <vt:lpstr>玩法設計亮點</vt:lpstr>
      <vt:lpstr>玩法設計亮點</vt:lpstr>
      <vt:lpstr>核心功能模組</vt:lpstr>
      <vt:lpstr>技術特點</vt:lpstr>
      <vt:lpstr>世界觀與劇情設計</vt:lpstr>
      <vt:lpstr>遊戲體驗與操作互動</vt:lpstr>
      <vt:lpstr>總結亮點與技術突破</vt:lpstr>
      <vt:lpstr>如何與Cursor溝通</vt:lpstr>
      <vt:lpstr>過去沒有Cursor</vt:lpstr>
      <vt:lpstr>UI 視覺與音效動態設計</vt:lpstr>
      <vt:lpstr>Cursor 的想法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Kathy Tsai ( 蔡翊伶 )</cp:lastModifiedBy>
  <cp:revision>4</cp:revision>
  <dcterms:modified xsi:type="dcterms:W3CDTF">2025-07-30T13:47:26Z</dcterms:modified>
</cp:coreProperties>
</file>